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13"/>
  </p:notesMasterIdLst>
  <p:handoutMasterIdLst>
    <p:handoutMasterId r:id="rId14"/>
  </p:handoutMasterIdLst>
  <p:sldIdLst>
    <p:sldId id="496" r:id="rId2"/>
    <p:sldId id="542" r:id="rId3"/>
    <p:sldId id="543" r:id="rId4"/>
    <p:sldId id="517" r:id="rId5"/>
    <p:sldId id="507" r:id="rId6"/>
    <p:sldId id="480" r:id="rId7"/>
    <p:sldId id="481" r:id="rId8"/>
    <p:sldId id="482" r:id="rId9"/>
    <p:sldId id="483" r:id="rId10"/>
    <p:sldId id="484" r:id="rId11"/>
    <p:sldId id="485" r:id="rId1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Lucida Sans" panose="020B0602030504020204" pitchFamily="34" charset="0"/>
        <a:ea typeface="Arial Unicode MS" panose="020B0604020202020204" pitchFamily="50" charset="-127"/>
        <a:cs typeface="Arial Unicode MS" panose="020B0604020202020204" pitchFamily="50" charset="-127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gray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9966"/>
    <a:srgbClr val="B2B2B2"/>
    <a:srgbClr val="F4F3EB"/>
    <a:srgbClr val="F0EEEB"/>
    <a:srgbClr val="00A000"/>
    <a:srgbClr val="A40508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FF1B2-FF18-424E-9559-2EE7F427741B}" v="19" dt="2021-05-20T07:45:42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8" autoAdjust="0"/>
    <p:restoredTop sz="94639" autoAdjust="0"/>
  </p:normalViewPr>
  <p:slideViewPr>
    <p:cSldViewPr>
      <p:cViewPr varScale="1">
        <p:scale>
          <a:sx n="73" d="100"/>
          <a:sy n="73" d="100"/>
        </p:scale>
        <p:origin x="147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6678"/>
    </p:cViewPr>
  </p:sorterViewPr>
  <p:notesViewPr>
    <p:cSldViewPr>
      <p:cViewPr varScale="1">
        <p:scale>
          <a:sx n="66" d="100"/>
          <a:sy n="66" d="100"/>
        </p:scale>
        <p:origin x="65536" y="13457817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ng-Yup Ohn (온승엽)" userId="79d833d6-521a-4182-9020-214523a87475" providerId="ADAL" clId="{395FF1B2-FF18-424E-9559-2EE7F427741B}"/>
    <pc:docChg chg="custSel delSld modSld">
      <pc:chgData name="Syng-Yup Ohn (온승엽)" userId="79d833d6-521a-4182-9020-214523a87475" providerId="ADAL" clId="{395FF1B2-FF18-424E-9559-2EE7F427741B}" dt="2021-05-20T07:46:12.440" v="172" actId="47"/>
      <pc:docMkLst>
        <pc:docMk/>
      </pc:docMkLst>
      <pc:sldChg chg="addSp delSp modSp mod delAnim">
        <pc:chgData name="Syng-Yup Ohn (온승엽)" userId="79d833d6-521a-4182-9020-214523a87475" providerId="ADAL" clId="{395FF1B2-FF18-424E-9559-2EE7F427741B}" dt="2021-05-20T07:45:43.837" v="171" actId="20577"/>
        <pc:sldMkLst>
          <pc:docMk/>
          <pc:sldMk cId="0" sldId="496"/>
        </pc:sldMkLst>
        <pc:spChg chg="mod">
          <ac:chgData name="Syng-Yup Ohn (온승엽)" userId="79d833d6-521a-4182-9020-214523a87475" providerId="ADAL" clId="{395FF1B2-FF18-424E-9559-2EE7F427741B}" dt="2021-05-20T07:44:32.066" v="16" actId="20577"/>
          <ac:spMkLst>
            <pc:docMk/>
            <pc:sldMk cId="0" sldId="496"/>
            <ac:spMk id="5" creationId="{00000000-0000-0000-0000-000000000000}"/>
          </ac:spMkLst>
        </pc:spChg>
        <pc:spChg chg="add mod">
          <ac:chgData name="Syng-Yup Ohn (온승엽)" userId="79d833d6-521a-4182-9020-214523a87475" providerId="ADAL" clId="{395FF1B2-FF18-424E-9559-2EE7F427741B}" dt="2021-05-20T07:45:43.837" v="171" actId="20577"/>
          <ac:spMkLst>
            <pc:docMk/>
            <pc:sldMk cId="0" sldId="496"/>
            <ac:spMk id="7" creationId="{9145712F-2098-467D-9DC7-E4644A372F93}"/>
          </ac:spMkLst>
        </pc:spChg>
        <pc:picChg chg="del mod">
          <ac:chgData name="Syng-Yup Ohn (온승엽)" userId="79d833d6-521a-4182-9020-214523a87475" providerId="ADAL" clId="{395FF1B2-FF18-424E-9559-2EE7F427741B}" dt="2021-05-20T07:44:11.919" v="1" actId="478"/>
          <ac:picMkLst>
            <pc:docMk/>
            <pc:sldMk cId="0" sldId="496"/>
            <ac:picMk id="3" creationId="{00000000-0000-0000-0000-000000000000}"/>
          </ac:picMkLst>
        </pc:picChg>
      </pc:sldChg>
      <pc:sldChg chg="del">
        <pc:chgData name="Syng-Yup Ohn (온승엽)" userId="79d833d6-521a-4182-9020-214523a87475" providerId="ADAL" clId="{395FF1B2-FF18-424E-9559-2EE7F427741B}" dt="2021-05-20T07:46:12.440" v="172" actId="47"/>
        <pc:sldMkLst>
          <pc:docMk/>
          <pc:sldMk cId="0" sldId="501"/>
        </pc:sldMkLst>
      </pc:sldChg>
    </pc:docChg>
  </pc:docChgLst>
  <pc:docChgLst>
    <pc:chgData name="온승엽 소프트웨어학과(교수)" userId="79d833d6-521a-4182-9020-214523a87475" providerId="ADAL" clId="{1701E033-17A4-4112-95A1-CF2BD0D0C45B}"/>
    <pc:docChg chg="custSel delSld modSld">
      <pc:chgData name="온승엽 소프트웨어학과(교수)" userId="79d833d6-521a-4182-9020-214523a87475" providerId="ADAL" clId="{1701E033-17A4-4112-95A1-CF2BD0D0C45B}" dt="2020-11-25T03:04:12.636" v="115" actId="1076"/>
      <pc:docMkLst>
        <pc:docMk/>
      </pc:docMkLst>
      <pc:sldChg chg="del">
        <pc:chgData name="온승엽 소프트웨어학과(교수)" userId="79d833d6-521a-4182-9020-214523a87475" providerId="ADAL" clId="{1701E033-17A4-4112-95A1-CF2BD0D0C45B}" dt="2020-11-18T04:39:44.086" v="6" actId="2696"/>
        <pc:sldMkLst>
          <pc:docMk/>
          <pc:sldMk cId="0" sldId="450"/>
        </pc:sldMkLst>
      </pc:sldChg>
      <pc:sldChg chg="del">
        <pc:chgData name="온승엽 소프트웨어학과(교수)" userId="79d833d6-521a-4182-9020-214523a87475" providerId="ADAL" clId="{1701E033-17A4-4112-95A1-CF2BD0D0C45B}" dt="2020-11-18T04:39:44.220" v="7" actId="2696"/>
        <pc:sldMkLst>
          <pc:docMk/>
          <pc:sldMk cId="0" sldId="453"/>
        </pc:sldMkLst>
      </pc:sldChg>
      <pc:sldChg chg="del">
        <pc:chgData name="온승엽 소프트웨어학과(교수)" userId="79d833d6-521a-4182-9020-214523a87475" providerId="ADAL" clId="{1701E033-17A4-4112-95A1-CF2BD0D0C45B}" dt="2020-11-18T04:39:44.424" v="8" actId="2696"/>
        <pc:sldMkLst>
          <pc:docMk/>
          <pc:sldMk cId="0" sldId="454"/>
        </pc:sldMkLst>
      </pc:sldChg>
      <pc:sldChg chg="del">
        <pc:chgData name="온승엽 소프트웨어학과(교수)" userId="79d833d6-521a-4182-9020-214523a87475" providerId="ADAL" clId="{1701E033-17A4-4112-95A1-CF2BD0D0C45B}" dt="2020-11-18T04:39:45.450" v="12" actId="2696"/>
        <pc:sldMkLst>
          <pc:docMk/>
          <pc:sldMk cId="0" sldId="455"/>
        </pc:sldMkLst>
      </pc:sldChg>
      <pc:sldChg chg="del">
        <pc:chgData name="온승엽 소프트웨어학과(교수)" userId="79d833d6-521a-4182-9020-214523a87475" providerId="ADAL" clId="{1701E033-17A4-4112-95A1-CF2BD0D0C45B}" dt="2020-11-18T04:39:45.526" v="13" actId="2696"/>
        <pc:sldMkLst>
          <pc:docMk/>
          <pc:sldMk cId="0" sldId="456"/>
        </pc:sldMkLst>
      </pc:sldChg>
      <pc:sldChg chg="del">
        <pc:chgData name="온승엽 소프트웨어학과(교수)" userId="79d833d6-521a-4182-9020-214523a87475" providerId="ADAL" clId="{1701E033-17A4-4112-95A1-CF2BD0D0C45B}" dt="2020-11-18T04:39:46.251" v="18" actId="2696"/>
        <pc:sldMkLst>
          <pc:docMk/>
          <pc:sldMk cId="0" sldId="457"/>
        </pc:sldMkLst>
      </pc:sldChg>
      <pc:sldChg chg="del">
        <pc:chgData name="온승엽 소프트웨어학과(교수)" userId="79d833d6-521a-4182-9020-214523a87475" providerId="ADAL" clId="{1701E033-17A4-4112-95A1-CF2BD0D0C45B}" dt="2020-11-18T04:39:46.489" v="19" actId="2696"/>
        <pc:sldMkLst>
          <pc:docMk/>
          <pc:sldMk cId="0" sldId="460"/>
        </pc:sldMkLst>
      </pc:sldChg>
      <pc:sldChg chg="del">
        <pc:chgData name="온승엽 소프트웨어학과(교수)" userId="79d833d6-521a-4182-9020-214523a87475" providerId="ADAL" clId="{1701E033-17A4-4112-95A1-CF2BD0D0C45B}" dt="2020-11-18T04:39:46.688" v="20" actId="2696"/>
        <pc:sldMkLst>
          <pc:docMk/>
          <pc:sldMk cId="0" sldId="461"/>
        </pc:sldMkLst>
      </pc:sldChg>
      <pc:sldChg chg="del">
        <pc:chgData name="온승엽 소프트웨어학과(교수)" userId="79d833d6-521a-4182-9020-214523a87475" providerId="ADAL" clId="{1701E033-17A4-4112-95A1-CF2BD0D0C45B}" dt="2020-11-18T04:39:47.010" v="21" actId="2696"/>
        <pc:sldMkLst>
          <pc:docMk/>
          <pc:sldMk cId="0" sldId="462"/>
        </pc:sldMkLst>
      </pc:sldChg>
      <pc:sldChg chg="del">
        <pc:chgData name="온승엽 소프트웨어학과(교수)" userId="79d833d6-521a-4182-9020-214523a87475" providerId="ADAL" clId="{1701E033-17A4-4112-95A1-CF2BD0D0C45B}" dt="2020-11-18T04:39:47.360" v="23" actId="2696"/>
        <pc:sldMkLst>
          <pc:docMk/>
          <pc:sldMk cId="0" sldId="463"/>
        </pc:sldMkLst>
      </pc:sldChg>
      <pc:sldChg chg="del">
        <pc:chgData name="온승엽 소프트웨어학과(교수)" userId="79d833d6-521a-4182-9020-214523a87475" providerId="ADAL" clId="{1701E033-17A4-4112-95A1-CF2BD0D0C45B}" dt="2020-11-18T04:39:47.702" v="24" actId="2696"/>
        <pc:sldMkLst>
          <pc:docMk/>
          <pc:sldMk cId="0" sldId="465"/>
        </pc:sldMkLst>
      </pc:sldChg>
      <pc:sldChg chg="del">
        <pc:chgData name="온승엽 소프트웨어학과(교수)" userId="79d833d6-521a-4182-9020-214523a87475" providerId="ADAL" clId="{1701E033-17A4-4112-95A1-CF2BD0D0C45B}" dt="2020-11-18T04:39:48.098" v="26" actId="2696"/>
        <pc:sldMkLst>
          <pc:docMk/>
          <pc:sldMk cId="0" sldId="468"/>
        </pc:sldMkLst>
      </pc:sldChg>
      <pc:sldChg chg="del">
        <pc:chgData name="온승엽 소프트웨어학과(교수)" userId="79d833d6-521a-4182-9020-214523a87475" providerId="ADAL" clId="{1701E033-17A4-4112-95A1-CF2BD0D0C45B}" dt="2020-11-18T04:39:49.365" v="34" actId="2696"/>
        <pc:sldMkLst>
          <pc:docMk/>
          <pc:sldMk cId="0" sldId="470"/>
        </pc:sldMkLst>
      </pc:sldChg>
      <pc:sldChg chg="del">
        <pc:chgData name="온승엽 소프트웨어학과(교수)" userId="79d833d6-521a-4182-9020-214523a87475" providerId="ADAL" clId="{1701E033-17A4-4112-95A1-CF2BD0D0C45B}" dt="2020-11-18T04:39:49.520" v="35" actId="2696"/>
        <pc:sldMkLst>
          <pc:docMk/>
          <pc:sldMk cId="0" sldId="472"/>
        </pc:sldMkLst>
      </pc:sldChg>
      <pc:sldChg chg="del">
        <pc:chgData name="온승엽 소프트웨어학과(교수)" userId="79d833d6-521a-4182-9020-214523a87475" providerId="ADAL" clId="{1701E033-17A4-4112-95A1-CF2BD0D0C45B}" dt="2020-11-18T04:39:49.725" v="36" actId="2696"/>
        <pc:sldMkLst>
          <pc:docMk/>
          <pc:sldMk cId="0" sldId="473"/>
        </pc:sldMkLst>
      </pc:sldChg>
      <pc:sldChg chg="del">
        <pc:chgData name="온승엽 소프트웨어학과(교수)" userId="79d833d6-521a-4182-9020-214523a87475" providerId="ADAL" clId="{1701E033-17A4-4112-95A1-CF2BD0D0C45B}" dt="2020-11-18T04:39:50.170" v="38" actId="2696"/>
        <pc:sldMkLst>
          <pc:docMk/>
          <pc:sldMk cId="0" sldId="475"/>
        </pc:sldMkLst>
      </pc:sldChg>
      <pc:sldChg chg="del">
        <pc:chgData name="온승엽 소프트웨어학과(교수)" userId="79d833d6-521a-4182-9020-214523a87475" providerId="ADAL" clId="{1701E033-17A4-4112-95A1-CF2BD0D0C45B}" dt="2020-11-18T04:39:50.510" v="41" actId="2696"/>
        <pc:sldMkLst>
          <pc:docMk/>
          <pc:sldMk cId="0" sldId="476"/>
        </pc:sldMkLst>
      </pc:sldChg>
      <pc:sldChg chg="del">
        <pc:chgData name="온승엽 소프트웨어학과(교수)" userId="79d833d6-521a-4182-9020-214523a87475" providerId="ADAL" clId="{1701E033-17A4-4112-95A1-CF2BD0D0C45B}" dt="2020-11-18T04:39:50.410" v="40" actId="2696"/>
        <pc:sldMkLst>
          <pc:docMk/>
          <pc:sldMk cId="0" sldId="477"/>
        </pc:sldMkLst>
      </pc:sldChg>
      <pc:sldChg chg="modSp">
        <pc:chgData name="온승엽 소프트웨어학과(교수)" userId="79d833d6-521a-4182-9020-214523a87475" providerId="ADAL" clId="{1701E033-17A4-4112-95A1-CF2BD0D0C45B}" dt="2020-11-25T03:04:12.636" v="115" actId="1076"/>
        <pc:sldMkLst>
          <pc:docMk/>
          <pc:sldMk cId="0" sldId="480"/>
        </pc:sldMkLst>
        <pc:picChg chg="mod">
          <ac:chgData name="온승엽 소프트웨어학과(교수)" userId="79d833d6-521a-4182-9020-214523a87475" providerId="ADAL" clId="{1701E033-17A4-4112-95A1-CF2BD0D0C45B}" dt="2020-11-25T03:04:12.636" v="115" actId="1076"/>
          <ac:picMkLst>
            <pc:docMk/>
            <pc:sldMk cId="0" sldId="480"/>
            <ac:picMk id="62467" creationId="{00000000-0000-0000-0000-000000000000}"/>
          </ac:picMkLst>
        </pc:picChg>
      </pc:sldChg>
      <pc:sldChg chg="delSp modSp">
        <pc:chgData name="온승엽 소프트웨어학과(교수)" userId="79d833d6-521a-4182-9020-214523a87475" providerId="ADAL" clId="{1701E033-17A4-4112-95A1-CF2BD0D0C45B}" dt="2020-11-25T03:00:11.874" v="74" actId="1076"/>
        <pc:sldMkLst>
          <pc:docMk/>
          <pc:sldMk cId="0" sldId="481"/>
        </pc:sldMkLst>
        <pc:spChg chg="del mod">
          <ac:chgData name="온승엽 소프트웨어학과(교수)" userId="79d833d6-521a-4182-9020-214523a87475" providerId="ADAL" clId="{1701E033-17A4-4112-95A1-CF2BD0D0C45B}" dt="2020-11-25T03:00:08.667" v="73" actId="478"/>
          <ac:spMkLst>
            <pc:docMk/>
            <pc:sldMk cId="0" sldId="481"/>
            <ac:spMk id="63492" creationId="{00000000-0000-0000-0000-000000000000}"/>
          </ac:spMkLst>
        </pc:spChg>
        <pc:spChg chg="mod">
          <ac:chgData name="온승엽 소프트웨어학과(교수)" userId="79d833d6-521a-4182-9020-214523a87475" providerId="ADAL" clId="{1701E033-17A4-4112-95A1-CF2BD0D0C45B}" dt="2020-11-18T04:37:59.236" v="0" actId="1076"/>
          <ac:spMkLst>
            <pc:docMk/>
            <pc:sldMk cId="0" sldId="481"/>
            <ac:spMk id="63493" creationId="{00000000-0000-0000-0000-000000000000}"/>
          </ac:spMkLst>
        </pc:spChg>
        <pc:picChg chg="mod">
          <ac:chgData name="온승엽 소프트웨어학과(교수)" userId="79d833d6-521a-4182-9020-214523a87475" providerId="ADAL" clId="{1701E033-17A4-4112-95A1-CF2BD0D0C45B}" dt="2020-11-25T03:00:11.874" v="74" actId="1076"/>
          <ac:picMkLst>
            <pc:docMk/>
            <pc:sldMk cId="0" sldId="481"/>
            <ac:picMk id="63491" creationId="{00000000-0000-0000-0000-000000000000}"/>
          </ac:picMkLst>
        </pc:picChg>
      </pc:sldChg>
      <pc:sldChg chg="modSp">
        <pc:chgData name="온승엽 소프트웨어학과(교수)" userId="79d833d6-521a-4182-9020-214523a87475" providerId="ADAL" clId="{1701E033-17A4-4112-95A1-CF2BD0D0C45B}" dt="2020-11-25T02:59:25.414" v="69" actId="1076"/>
        <pc:sldMkLst>
          <pc:docMk/>
          <pc:sldMk cId="0" sldId="483"/>
        </pc:sldMkLst>
        <pc:spChg chg="mod">
          <ac:chgData name="온승엽 소프트웨어학과(교수)" userId="79d833d6-521a-4182-9020-214523a87475" providerId="ADAL" clId="{1701E033-17A4-4112-95A1-CF2BD0D0C45B}" dt="2020-11-25T02:59:25.414" v="69" actId="1076"/>
          <ac:spMkLst>
            <pc:docMk/>
            <pc:sldMk cId="0" sldId="483"/>
            <ac:spMk id="67683" creationId="{00000000-0000-0000-0000-000000000000}"/>
          </ac:spMkLst>
        </pc:spChg>
        <pc:graphicFrameChg chg="mod modGraphic">
          <ac:chgData name="온승엽 소프트웨어학과(교수)" userId="79d833d6-521a-4182-9020-214523a87475" providerId="ADAL" clId="{1701E033-17A4-4112-95A1-CF2BD0D0C45B}" dt="2020-11-25T02:59:19.433" v="68" actId="1076"/>
          <ac:graphicFrameMkLst>
            <pc:docMk/>
            <pc:sldMk cId="0" sldId="483"/>
            <ac:graphicFrameMk id="4" creationId="{00000000-0000-0000-0000-000000000000}"/>
          </ac:graphicFrameMkLst>
        </pc:graphicFrameChg>
      </pc:sldChg>
      <pc:sldChg chg="del">
        <pc:chgData name="온승엽 소프트웨어학과(교수)" userId="79d833d6-521a-4182-9020-214523a87475" providerId="ADAL" clId="{1701E033-17A4-4112-95A1-CF2BD0D0C45B}" dt="2020-11-18T04:39:48.919" v="31" actId="2696"/>
        <pc:sldMkLst>
          <pc:docMk/>
          <pc:sldMk cId="0" sldId="488"/>
        </pc:sldMkLst>
      </pc:sldChg>
      <pc:sldChg chg="del">
        <pc:chgData name="온승엽 소프트웨어학과(교수)" userId="79d833d6-521a-4182-9020-214523a87475" providerId="ADAL" clId="{1701E033-17A4-4112-95A1-CF2BD0D0C45B}" dt="2020-11-18T04:39:50.248" v="39" actId="2696"/>
        <pc:sldMkLst>
          <pc:docMk/>
          <pc:sldMk cId="0" sldId="489"/>
        </pc:sldMkLst>
      </pc:sldChg>
      <pc:sldChg chg="del">
        <pc:chgData name="온승엽 소프트웨어학과(교수)" userId="79d833d6-521a-4182-9020-214523a87475" providerId="ADAL" clId="{1701E033-17A4-4112-95A1-CF2BD0D0C45B}" dt="2020-11-18T04:39:50.649" v="42" actId="2696"/>
        <pc:sldMkLst>
          <pc:docMk/>
          <pc:sldMk cId="0" sldId="490"/>
        </pc:sldMkLst>
      </pc:sldChg>
      <pc:sldChg chg="del">
        <pc:chgData name="온승엽 소프트웨어학과(교수)" userId="79d833d6-521a-4182-9020-214523a87475" providerId="ADAL" clId="{1701E033-17A4-4112-95A1-CF2BD0D0C45B}" dt="2020-11-18T04:39:50.869" v="43" actId="2696"/>
        <pc:sldMkLst>
          <pc:docMk/>
          <pc:sldMk cId="0" sldId="491"/>
        </pc:sldMkLst>
      </pc:sldChg>
      <pc:sldChg chg="del">
        <pc:chgData name="온승엽 소프트웨어학과(교수)" userId="79d833d6-521a-4182-9020-214523a87475" providerId="ADAL" clId="{1701E033-17A4-4112-95A1-CF2BD0D0C45B}" dt="2020-11-18T04:39:43.595" v="3" actId="2696"/>
        <pc:sldMkLst>
          <pc:docMk/>
          <pc:sldMk cId="0" sldId="493"/>
        </pc:sldMkLst>
      </pc:sldChg>
      <pc:sldChg chg="del">
        <pc:chgData name="온승엽 소프트웨어학과(교수)" userId="79d833d6-521a-4182-9020-214523a87475" providerId="ADAL" clId="{1701E033-17A4-4112-95A1-CF2BD0D0C45B}" dt="2020-11-18T04:39:43.853" v="4" actId="2696"/>
        <pc:sldMkLst>
          <pc:docMk/>
          <pc:sldMk cId="0" sldId="494"/>
        </pc:sldMkLst>
      </pc:sldChg>
      <pc:sldChg chg="del">
        <pc:chgData name="온승엽 소프트웨어학과(교수)" userId="79d833d6-521a-4182-9020-214523a87475" providerId="ADAL" clId="{1701E033-17A4-4112-95A1-CF2BD0D0C45B}" dt="2020-11-18T04:39:43.488" v="2" actId="2696"/>
        <pc:sldMkLst>
          <pc:docMk/>
          <pc:sldMk cId="0" sldId="495"/>
        </pc:sldMkLst>
      </pc:sldChg>
      <pc:sldChg chg="modSp">
        <pc:chgData name="온승엽 소프트웨어학과(교수)" userId="79d833d6-521a-4182-9020-214523a87475" providerId="ADAL" clId="{1701E033-17A4-4112-95A1-CF2BD0D0C45B}" dt="2020-11-18T04:44:09.088" v="60" actId="20577"/>
        <pc:sldMkLst>
          <pc:docMk/>
          <pc:sldMk cId="0" sldId="496"/>
        </pc:sldMkLst>
        <pc:spChg chg="mod">
          <ac:chgData name="온승엽 소프트웨어학과(교수)" userId="79d833d6-521a-4182-9020-214523a87475" providerId="ADAL" clId="{1701E033-17A4-4112-95A1-CF2BD0D0C45B}" dt="2020-11-18T04:44:09.088" v="60" actId="20577"/>
          <ac:spMkLst>
            <pc:docMk/>
            <pc:sldMk cId="0" sldId="496"/>
            <ac:spMk id="5" creationId="{00000000-0000-0000-0000-000000000000}"/>
          </ac:spMkLst>
        </pc:spChg>
      </pc:sldChg>
      <pc:sldChg chg="del">
        <pc:chgData name="온승엽 소프트웨어학과(교수)" userId="79d833d6-521a-4182-9020-214523a87475" providerId="ADAL" clId="{1701E033-17A4-4112-95A1-CF2BD0D0C45B}" dt="2020-11-18T04:39:43.998" v="5" actId="2696"/>
        <pc:sldMkLst>
          <pc:docMk/>
          <pc:sldMk cId="0" sldId="497"/>
        </pc:sldMkLst>
      </pc:sldChg>
      <pc:sldChg chg="del">
        <pc:chgData name="온승엽 소프트웨어학과(교수)" userId="79d833d6-521a-4182-9020-214523a87475" providerId="ADAL" clId="{1701E033-17A4-4112-95A1-CF2BD0D0C45B}" dt="2020-11-18T04:39:45.762" v="16" actId="2696"/>
        <pc:sldMkLst>
          <pc:docMk/>
          <pc:sldMk cId="0" sldId="498"/>
        </pc:sldMkLst>
      </pc:sldChg>
      <pc:sldChg chg="del">
        <pc:chgData name="온승엽 소프트웨어학과(교수)" userId="79d833d6-521a-4182-9020-214523a87475" providerId="ADAL" clId="{1701E033-17A4-4112-95A1-CF2BD0D0C45B}" dt="2020-11-18T04:39:50.011" v="37" actId="2696"/>
        <pc:sldMkLst>
          <pc:docMk/>
          <pc:sldMk cId="0" sldId="500"/>
        </pc:sldMkLst>
      </pc:sldChg>
      <pc:sldChg chg="del">
        <pc:chgData name="온승엽 소프트웨어학과(교수)" userId="79d833d6-521a-4182-9020-214523a87475" providerId="ADAL" clId="{1701E033-17A4-4112-95A1-CF2BD0D0C45B}" dt="2020-11-25T03:00:21.539" v="75" actId="2696"/>
        <pc:sldMkLst>
          <pc:docMk/>
          <pc:sldMk cId="0" sldId="502"/>
        </pc:sldMkLst>
      </pc:sldChg>
      <pc:sldChg chg="modSp">
        <pc:chgData name="온승엽 소프트웨어학과(교수)" userId="79d833d6-521a-4182-9020-214523a87475" providerId="ADAL" clId="{1701E033-17A4-4112-95A1-CF2BD0D0C45B}" dt="2020-11-18T04:44:26.667" v="62" actId="14100"/>
        <pc:sldMkLst>
          <pc:docMk/>
          <pc:sldMk cId="0" sldId="507"/>
        </pc:sldMkLst>
        <pc:graphicFrameChg chg="modGraphic">
          <ac:chgData name="온승엽 소프트웨어학과(교수)" userId="79d833d6-521a-4182-9020-214523a87475" providerId="ADAL" clId="{1701E033-17A4-4112-95A1-CF2BD0D0C45B}" dt="2020-11-18T04:44:26.667" v="62" actId="14100"/>
          <ac:graphicFrameMkLst>
            <pc:docMk/>
            <pc:sldMk cId="0" sldId="507"/>
            <ac:graphicFrameMk id="4" creationId="{00000000-0000-0000-0000-000000000000}"/>
          </ac:graphicFrameMkLst>
        </pc:graphicFrameChg>
      </pc:sldChg>
      <pc:sldChg chg="del">
        <pc:chgData name="온승엽 소프트웨어학과(교수)" userId="79d833d6-521a-4182-9020-214523a87475" providerId="ADAL" clId="{1701E033-17A4-4112-95A1-CF2BD0D0C45B}" dt="2020-11-18T04:39:51.137" v="45" actId="2696"/>
        <pc:sldMkLst>
          <pc:docMk/>
          <pc:sldMk cId="0" sldId="509"/>
        </pc:sldMkLst>
      </pc:sldChg>
      <pc:sldChg chg="del">
        <pc:chgData name="온승엽 소프트웨어학과(교수)" userId="79d833d6-521a-4182-9020-214523a87475" providerId="ADAL" clId="{1701E033-17A4-4112-95A1-CF2BD0D0C45B}" dt="2020-11-18T04:39:47.875" v="25" actId="2696"/>
        <pc:sldMkLst>
          <pc:docMk/>
          <pc:sldMk cId="0" sldId="511"/>
        </pc:sldMkLst>
      </pc:sldChg>
      <pc:sldChg chg="del">
        <pc:chgData name="온승엽 소프트웨어학과(교수)" userId="79d833d6-521a-4182-9020-214523a87475" providerId="ADAL" clId="{1701E033-17A4-4112-95A1-CF2BD0D0C45B}" dt="2020-11-18T04:39:50.980" v="44" actId="2696"/>
        <pc:sldMkLst>
          <pc:docMk/>
          <pc:sldMk cId="0" sldId="516"/>
        </pc:sldMkLst>
      </pc:sldChg>
      <pc:sldChg chg="del">
        <pc:chgData name="온승엽 소프트웨어학과(교수)" userId="79d833d6-521a-4182-9020-214523a87475" providerId="ADAL" clId="{1701E033-17A4-4112-95A1-CF2BD0D0C45B}" dt="2020-11-18T04:39:45.686" v="15" actId="2696"/>
        <pc:sldMkLst>
          <pc:docMk/>
          <pc:sldMk cId="0" sldId="519"/>
        </pc:sldMkLst>
      </pc:sldChg>
      <pc:sldChg chg="del">
        <pc:chgData name="온승엽 소프트웨어학과(교수)" userId="79d833d6-521a-4182-9020-214523a87475" providerId="ADAL" clId="{1701E033-17A4-4112-95A1-CF2BD0D0C45B}" dt="2020-11-18T04:39:46.017" v="17" actId="2696"/>
        <pc:sldMkLst>
          <pc:docMk/>
          <pc:sldMk cId="0" sldId="520"/>
        </pc:sldMkLst>
      </pc:sldChg>
      <pc:sldChg chg="del">
        <pc:chgData name="온승엽 소프트웨어학과(교수)" userId="79d833d6-521a-4182-9020-214523a87475" providerId="ADAL" clId="{1701E033-17A4-4112-95A1-CF2BD0D0C45B}" dt="2020-11-18T04:39:43.389" v="1" actId="2696"/>
        <pc:sldMkLst>
          <pc:docMk/>
          <pc:sldMk cId="0" sldId="521"/>
        </pc:sldMkLst>
      </pc:sldChg>
      <pc:sldChg chg="del">
        <pc:chgData name="온승엽 소프트웨어학과(교수)" userId="79d833d6-521a-4182-9020-214523a87475" providerId="ADAL" clId="{1701E033-17A4-4112-95A1-CF2BD0D0C45B}" dt="2020-11-18T04:39:45.588" v="14" actId="2696"/>
        <pc:sldMkLst>
          <pc:docMk/>
          <pc:sldMk cId="4215720708" sldId="528"/>
        </pc:sldMkLst>
      </pc:sldChg>
      <pc:sldChg chg="del">
        <pc:chgData name="온승엽 소프트웨어학과(교수)" userId="79d833d6-521a-4182-9020-214523a87475" providerId="ADAL" clId="{1701E033-17A4-4112-95A1-CF2BD0D0C45B}" dt="2020-11-18T04:39:47.208" v="22" actId="2696"/>
        <pc:sldMkLst>
          <pc:docMk/>
          <pc:sldMk cId="2490223197" sldId="530"/>
        </pc:sldMkLst>
      </pc:sldChg>
      <pc:sldChg chg="del">
        <pc:chgData name="온승엽 소프트웨어학과(교수)" userId="79d833d6-521a-4182-9020-214523a87475" providerId="ADAL" clId="{1701E033-17A4-4112-95A1-CF2BD0D0C45B}" dt="2020-11-18T04:39:48.260" v="27" actId="2696"/>
        <pc:sldMkLst>
          <pc:docMk/>
          <pc:sldMk cId="2838083430" sldId="531"/>
        </pc:sldMkLst>
      </pc:sldChg>
      <pc:sldChg chg="del">
        <pc:chgData name="온승엽 소프트웨어학과(교수)" userId="79d833d6-521a-4182-9020-214523a87475" providerId="ADAL" clId="{1701E033-17A4-4112-95A1-CF2BD0D0C45B}" dt="2020-11-18T04:39:48.333" v="28" actId="2696"/>
        <pc:sldMkLst>
          <pc:docMk/>
          <pc:sldMk cId="994167169" sldId="532"/>
        </pc:sldMkLst>
      </pc:sldChg>
      <pc:sldChg chg="del">
        <pc:chgData name="온승엽 소프트웨어학과(교수)" userId="79d833d6-521a-4182-9020-214523a87475" providerId="ADAL" clId="{1701E033-17A4-4112-95A1-CF2BD0D0C45B}" dt="2020-11-18T04:39:48.489" v="29" actId="2696"/>
        <pc:sldMkLst>
          <pc:docMk/>
          <pc:sldMk cId="2741313132" sldId="534"/>
        </pc:sldMkLst>
      </pc:sldChg>
      <pc:sldChg chg="del">
        <pc:chgData name="온승엽 소프트웨어학과(교수)" userId="79d833d6-521a-4182-9020-214523a87475" providerId="ADAL" clId="{1701E033-17A4-4112-95A1-CF2BD0D0C45B}" dt="2020-11-18T04:39:48.627" v="30" actId="2696"/>
        <pc:sldMkLst>
          <pc:docMk/>
          <pc:sldMk cId="824571526" sldId="535"/>
        </pc:sldMkLst>
      </pc:sldChg>
      <pc:sldChg chg="del">
        <pc:chgData name="온승엽 소프트웨어학과(교수)" userId="79d833d6-521a-4182-9020-214523a87475" providerId="ADAL" clId="{1701E033-17A4-4112-95A1-CF2BD0D0C45B}" dt="2020-11-18T04:39:49.006" v="32" actId="2696"/>
        <pc:sldMkLst>
          <pc:docMk/>
          <pc:sldMk cId="2484042447" sldId="536"/>
        </pc:sldMkLst>
      </pc:sldChg>
      <pc:sldChg chg="del">
        <pc:chgData name="온승엽 소프트웨어학과(교수)" userId="79d833d6-521a-4182-9020-214523a87475" providerId="ADAL" clId="{1701E033-17A4-4112-95A1-CF2BD0D0C45B}" dt="2020-11-18T04:39:49.197" v="33" actId="2696"/>
        <pc:sldMkLst>
          <pc:docMk/>
          <pc:sldMk cId="2455815962" sldId="537"/>
        </pc:sldMkLst>
      </pc:sldChg>
      <pc:sldChg chg="del">
        <pc:chgData name="온승엽 소프트웨어학과(교수)" userId="79d833d6-521a-4182-9020-214523a87475" providerId="ADAL" clId="{1701E033-17A4-4112-95A1-CF2BD0D0C45B}" dt="2020-11-18T04:39:45.145" v="11" actId="2696"/>
        <pc:sldMkLst>
          <pc:docMk/>
          <pc:sldMk cId="2506987072" sldId="538"/>
        </pc:sldMkLst>
      </pc:sldChg>
      <pc:sldChg chg="del">
        <pc:chgData name="온승엽 소프트웨어학과(교수)" userId="79d833d6-521a-4182-9020-214523a87475" providerId="ADAL" clId="{1701E033-17A4-4112-95A1-CF2BD0D0C45B}" dt="2020-11-18T04:39:44.569" v="9" actId="2696"/>
        <pc:sldMkLst>
          <pc:docMk/>
          <pc:sldMk cId="2310180796" sldId="539"/>
        </pc:sldMkLst>
      </pc:sldChg>
      <pc:sldChg chg="del">
        <pc:chgData name="온승엽 소프트웨어학과(교수)" userId="79d833d6-521a-4182-9020-214523a87475" providerId="ADAL" clId="{1701E033-17A4-4112-95A1-CF2BD0D0C45B}" dt="2020-11-18T04:39:44.966" v="10" actId="2696"/>
        <pc:sldMkLst>
          <pc:docMk/>
          <pc:sldMk cId="2136169057" sldId="540"/>
        </pc:sldMkLst>
      </pc:sldChg>
      <pc:sldChg chg="modSp">
        <pc:chgData name="온승엽 소프트웨어학과(교수)" userId="79d833d6-521a-4182-9020-214523a87475" providerId="ADAL" clId="{1701E033-17A4-4112-95A1-CF2BD0D0C45B}" dt="2020-11-25T03:02:25.710" v="114" actId="1076"/>
        <pc:sldMkLst>
          <pc:docMk/>
          <pc:sldMk cId="175202736" sldId="542"/>
        </pc:sldMkLst>
        <pc:spChg chg="mod">
          <ac:chgData name="온승엽 소프트웨어학과(교수)" userId="79d833d6-521a-4182-9020-214523a87475" providerId="ADAL" clId="{1701E033-17A4-4112-95A1-CF2BD0D0C45B}" dt="2020-11-25T03:02:19.249" v="113" actId="20577"/>
          <ac:spMkLst>
            <pc:docMk/>
            <pc:sldMk cId="175202736" sldId="542"/>
            <ac:spMk id="24578" creationId="{00000000-0000-0000-0000-000000000000}"/>
          </ac:spMkLst>
        </pc:spChg>
        <pc:graphicFrameChg chg="mod">
          <ac:chgData name="온승엽 소프트웨어학과(교수)" userId="79d833d6-521a-4182-9020-214523a87475" providerId="ADAL" clId="{1701E033-17A4-4112-95A1-CF2BD0D0C45B}" dt="2020-11-25T03:02:25.710" v="114" actId="1076"/>
          <ac:graphicFrameMkLst>
            <pc:docMk/>
            <pc:sldMk cId="175202736" sldId="542"/>
            <ac:graphicFrameMk id="24580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9E7388EB-FA45-4027-A485-9CF00ACEBE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Lucida Sans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Lucida Sans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Lucida Sans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4BB6DF8-C3ED-4663-9E88-F37D1EAD4C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시간에는 </a:t>
            </a:r>
            <a:r>
              <a:rPr lang="en-US" altLang="ko-KR" dirty="0"/>
              <a:t>TF-IDF</a:t>
            </a:r>
            <a:r>
              <a:rPr lang="en-US" altLang="ko-KR" baseline="0" dirty="0"/>
              <a:t> </a:t>
            </a:r>
            <a:r>
              <a:rPr lang="ko-KR" altLang="en-US" baseline="0" dirty="0"/>
              <a:t>기반의 문서 검색에 대하여 공부해 보기로 합시다</a:t>
            </a:r>
            <a:r>
              <a:rPr lang="en-US" altLang="ko-KR" baseline="0" dirty="0"/>
              <a:t>. </a:t>
            </a:r>
            <a:br>
              <a:rPr lang="en-US" altLang="ko-KR" baseline="0" dirty="0"/>
            </a:br>
            <a:r>
              <a:rPr lang="ko-KR" altLang="en-US" baseline="0" dirty="0"/>
              <a:t>문서 검색은 </a:t>
            </a:r>
            <a:r>
              <a:rPr lang="ko-KR" altLang="en-US" dirty="0"/>
              <a:t>내용기반 검색 분야의 대표적인 사례입니다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BB6DF8-C3ED-4663-9E88-F37D1EAD4C01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199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ko-KR" altLang="en-US" dirty="0">
                <a:ea typeface="ＭＳ Ｐゴシック" panose="020B0600070205080204" pitchFamily="34" charset="-128"/>
              </a:rPr>
              <a:t>용어</a:t>
            </a:r>
            <a:r>
              <a:rPr lang="en-US" altLang="ko-KR" dirty="0">
                <a:ea typeface="ＭＳ Ｐゴシック" panose="020B0600070205080204" pitchFamily="34" charset="-128"/>
              </a:rPr>
              <a:t>-</a:t>
            </a:r>
            <a:r>
              <a:rPr lang="ko-KR" altLang="en-US" dirty="0">
                <a:ea typeface="ＭＳ Ｐゴシック" panose="020B0600070205080204" pitchFamily="34" charset="-128"/>
              </a:rPr>
              <a:t>문서 출현 행렬 인데요</a:t>
            </a:r>
            <a:r>
              <a:rPr lang="en-US" altLang="ko-KR" dirty="0">
                <a:ea typeface="ＭＳ Ｐゴシック" panose="020B0600070205080204" pitchFamily="34" charset="-128"/>
              </a:rPr>
              <a:t>. </a:t>
            </a:r>
          </a:p>
          <a:p>
            <a:r>
              <a:rPr lang="ko-KR" altLang="en-US" dirty="0"/>
              <a:t>이 행렬에서는 대상 문서 집합</a:t>
            </a:r>
            <a:r>
              <a:rPr lang="en-US" altLang="ko-KR" dirty="0"/>
              <a:t>-collection </a:t>
            </a:r>
            <a:r>
              <a:rPr lang="ko-KR" altLang="en-US" dirty="0"/>
              <a:t>의 각 문서에서 해당 용어의 </a:t>
            </a:r>
            <a:r>
              <a:rPr lang="ko-KR" altLang="en-US" dirty="0" err="1"/>
              <a:t>출현여부</a:t>
            </a:r>
            <a:r>
              <a:rPr lang="en-US" altLang="ko-KR" dirty="0"/>
              <a:t>-</a:t>
            </a:r>
            <a:r>
              <a:rPr lang="en-US" altLang="ko-KR" dirty="0" err="1"/>
              <a:t>incidenc</a:t>
            </a:r>
            <a:r>
              <a:rPr lang="ko-KR" altLang="en-US" dirty="0"/>
              <a:t>를 </a:t>
            </a:r>
            <a:r>
              <a:rPr lang="ko-KR" altLang="en-US" dirty="0" err="1"/>
              <a:t>나타냅</a:t>
            </a:r>
            <a:endParaRPr lang="ko-KR" altLang="en-US" dirty="0"/>
          </a:p>
          <a:p>
            <a:r>
              <a:rPr lang="ko-KR" altLang="en-US" dirty="0"/>
              <a:t>이 행렬의 각 열은 용어를</a:t>
            </a:r>
            <a:r>
              <a:rPr lang="en-US" altLang="ko-KR" baseline="0" dirty="0"/>
              <a:t> </a:t>
            </a:r>
            <a:r>
              <a:rPr lang="ko-KR" altLang="en-US" baseline="0" dirty="0"/>
              <a:t>나타내며 </a:t>
            </a:r>
            <a:r>
              <a:rPr lang="ko-KR" altLang="en-US" dirty="0"/>
              <a:t>각각의 행은 하나의 문서에 대한  이진 용어 벡터</a:t>
            </a:r>
            <a:r>
              <a:rPr lang="en-US" altLang="ko-KR" dirty="0"/>
              <a:t>-binary term vector</a:t>
            </a:r>
            <a:r>
              <a:rPr lang="ko-KR" altLang="en-US" dirty="0"/>
              <a:t>가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 이 </a:t>
            </a:r>
            <a:r>
              <a:rPr lang="ko-KR" altLang="en-US" dirty="0" err="1"/>
              <a:t>용어벡터의</a:t>
            </a:r>
            <a:r>
              <a:rPr lang="ko-KR" altLang="en-US" dirty="0"/>
              <a:t> 요소 </a:t>
            </a:r>
            <a:r>
              <a:rPr lang="en-US" altLang="ko-KR" dirty="0"/>
              <a:t>1, 0 </a:t>
            </a:r>
            <a:r>
              <a:rPr lang="ko-KR" altLang="en-US" dirty="0"/>
              <a:t>은 해당 용어가 각각 문서에 출현</a:t>
            </a:r>
            <a:r>
              <a:rPr lang="en-US" altLang="ko-KR" dirty="0"/>
              <a:t>, </a:t>
            </a:r>
            <a:r>
              <a:rPr lang="ko-KR" altLang="en-US" dirty="0" err="1"/>
              <a:t>비출현함을</a:t>
            </a:r>
            <a:r>
              <a:rPr lang="ko-KR" altLang="en-US" dirty="0"/>
              <a:t> 나타냄</a:t>
            </a:r>
            <a:endParaRPr lang="en-US" altLang="ko-KR" dirty="0"/>
          </a:p>
          <a:p>
            <a:r>
              <a:rPr lang="ko-KR" altLang="en-US" dirty="0"/>
              <a:t>슬라이드의 아래쪽은 용어</a:t>
            </a:r>
            <a:r>
              <a:rPr lang="en-US" altLang="ko-KR" dirty="0"/>
              <a:t>-</a:t>
            </a:r>
            <a:r>
              <a:rPr lang="ko-KR" altLang="en-US" dirty="0"/>
              <a:t>문서 출현 행렬의 한 예를 나타내는 데 첫번째 행에 나오는 문서 </a:t>
            </a:r>
            <a:r>
              <a:rPr lang="en-US" altLang="ko-KR" dirty="0"/>
              <a:t>1 </a:t>
            </a:r>
            <a:r>
              <a:rPr lang="ko-KR" altLang="en-US" dirty="0"/>
              <a:t>의 용어 벡터는 </a:t>
            </a:r>
            <a:r>
              <a:rPr lang="en-US" altLang="ko-KR" dirty="0"/>
              <a:t>(1, 1, 0, 0)</a:t>
            </a:r>
            <a:r>
              <a:rPr lang="en-US" altLang="ko-KR" baseline="0" dirty="0"/>
              <a:t> </a:t>
            </a:r>
            <a:r>
              <a:rPr lang="ko-KR" altLang="en-US" baseline="0" dirty="0"/>
              <a:t>이며 </a:t>
            </a:r>
            <a:br>
              <a:rPr lang="en-US" altLang="ko-KR" baseline="0" dirty="0"/>
            </a:br>
            <a:r>
              <a:rPr lang="ko-KR" altLang="en-US" baseline="0" dirty="0"/>
              <a:t>이것은 문서 </a:t>
            </a:r>
            <a:r>
              <a:rPr lang="en-US" altLang="ko-KR" baseline="0" dirty="0"/>
              <a:t>1 </a:t>
            </a:r>
            <a:r>
              <a:rPr lang="ko-KR" altLang="en-US" baseline="0" dirty="0"/>
              <a:t>에 춘향과 몽룡이라는 용어가 각각 출현하였다는 것을 나타내며 </a:t>
            </a:r>
            <a:br>
              <a:rPr lang="en-US" altLang="ko-KR" baseline="0" dirty="0"/>
            </a:br>
            <a:r>
              <a:rPr lang="ko-KR" altLang="en-US" baseline="0" dirty="0"/>
              <a:t>과거와 급제 라는 용어는 출현하지 않았음을 </a:t>
            </a:r>
            <a:r>
              <a:rPr lang="ko-KR" altLang="en-US" baseline="0" dirty="0" err="1"/>
              <a:t>의미합</a:t>
            </a:r>
            <a:r>
              <a:rPr lang="en-US" altLang="ko-KR" baseline="0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BB6DF8-C3ED-4663-9E88-F37D1EAD4C01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0697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</a:t>
            </a:r>
            <a:r>
              <a:rPr lang="ko-KR" altLang="en-US" dirty="0">
                <a:ea typeface="ＭＳ Ｐゴシック" panose="020B0600070205080204" pitchFamily="34" charset="-128"/>
              </a:rPr>
              <a:t>용어</a:t>
            </a:r>
            <a:r>
              <a:rPr lang="en-US" altLang="ko-KR" dirty="0">
                <a:ea typeface="ＭＳ Ｐゴシック" panose="020B0600070205080204" pitchFamily="34" charset="-128"/>
              </a:rPr>
              <a:t>-</a:t>
            </a:r>
            <a:r>
              <a:rPr lang="ko-KR" altLang="en-US" dirty="0">
                <a:ea typeface="ＭＳ Ｐゴシック" panose="020B0600070205080204" pitchFamily="34" charset="-128"/>
              </a:rPr>
              <a:t>문서 빈도수 행렬 인데요</a:t>
            </a:r>
            <a:r>
              <a:rPr lang="en-US" altLang="ko-KR" dirty="0">
                <a:ea typeface="ＭＳ Ｐゴシック" panose="020B0600070205080204" pitchFamily="34" charset="-128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여기서는 </a:t>
            </a:r>
            <a:r>
              <a:rPr lang="ko-KR" altLang="en-US" sz="1200" dirty="0">
                <a:ea typeface="ＭＳ Ｐゴシック" panose="020B0600070205080204" pitchFamily="34" charset="-128"/>
              </a:rPr>
              <a:t>용어의 </a:t>
            </a:r>
            <a:r>
              <a:rPr lang="ko-KR" altLang="en-US" sz="1200" dirty="0" err="1">
                <a:ea typeface="ＭＳ Ｐゴシック" panose="020B0600070205080204" pitchFamily="34" charset="-128"/>
              </a:rPr>
              <a:t>출현여부</a:t>
            </a:r>
            <a:r>
              <a:rPr lang="en-US" altLang="ko-KR" sz="1200" dirty="0">
                <a:ea typeface="ＭＳ Ｐゴシック" panose="020B0600070205080204" pitchFamily="34" charset="-128"/>
              </a:rPr>
              <a:t>-incidence</a:t>
            </a:r>
            <a:r>
              <a:rPr lang="ko-KR" altLang="en-US" sz="1200" dirty="0">
                <a:ea typeface="ＭＳ Ｐゴシック" panose="020B0600070205080204" pitchFamily="34" charset="-128"/>
              </a:rPr>
              <a:t> 대신 빈도수</a:t>
            </a:r>
            <a:r>
              <a:rPr lang="en-US" altLang="ko-KR" sz="1200" dirty="0">
                <a:ea typeface="ＭＳ Ｐゴシック" panose="020B0600070205080204" pitchFamily="34" charset="-128"/>
              </a:rPr>
              <a:t>-frequency</a:t>
            </a:r>
            <a:r>
              <a:rPr lang="ko-KR" altLang="en-US" sz="1200" dirty="0">
                <a:ea typeface="ＭＳ Ｐゴシック" panose="020B0600070205080204" pitchFamily="34" charset="-128"/>
              </a:rPr>
              <a:t>를 나타냄</a:t>
            </a:r>
            <a:r>
              <a:rPr lang="en-US" altLang="ko-KR" sz="1200" dirty="0">
                <a:ea typeface="ＭＳ Ｐゴシック" panose="020B0600070205080204" pitchFamily="34" charset="-12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>
                <a:ea typeface="ＭＳ Ｐゴシック" panose="020B0600070205080204" pitchFamily="34" charset="-128"/>
              </a:rPr>
              <a:t>이행렬의</a:t>
            </a:r>
            <a:r>
              <a:rPr lang="ko-KR" altLang="en-US" sz="1200" dirty="0">
                <a:ea typeface="ＭＳ Ｐゴシック" panose="020B0600070205080204" pitchFamily="34" charset="-128"/>
              </a:rPr>
              <a:t> 각행은 문서에 대한 용어 </a:t>
            </a:r>
            <a:r>
              <a:rPr lang="en-US" altLang="ko-KR" sz="1200" dirty="0">
                <a:ea typeface="ＭＳ Ｐゴシック" panose="020B0600070205080204" pitchFamily="34" charset="-128"/>
              </a:rPr>
              <a:t>(</a:t>
            </a:r>
            <a:r>
              <a:rPr lang="ko-KR" altLang="en-US" sz="1200" dirty="0">
                <a:ea typeface="ＭＳ Ｐゴシック" panose="020B0600070205080204" pitchFamily="34" charset="-128"/>
              </a:rPr>
              <a:t>빈도수</a:t>
            </a:r>
            <a:r>
              <a:rPr lang="en-US" altLang="ko-KR" sz="1200" dirty="0">
                <a:ea typeface="ＭＳ Ｐゴシック" panose="020B0600070205080204" pitchFamily="34" charset="-128"/>
              </a:rPr>
              <a:t>)</a:t>
            </a:r>
            <a:r>
              <a:rPr lang="ko-KR" altLang="en-US" sz="1200" dirty="0">
                <a:ea typeface="ＭＳ Ｐゴシック" panose="020B0600070205080204" pitchFamily="34" charset="-128"/>
              </a:rPr>
              <a:t> 벡터</a:t>
            </a:r>
            <a:r>
              <a:rPr lang="en-US" altLang="ko-KR" sz="1200" dirty="0">
                <a:ea typeface="ＭＳ Ｐゴシック" panose="020B0600070205080204" pitchFamily="34" charset="-128"/>
              </a:rPr>
              <a:t>-term vector </a:t>
            </a:r>
            <a:r>
              <a:rPr lang="ko-KR" altLang="en-US" sz="1200" dirty="0">
                <a:ea typeface="ＭＳ Ｐゴシック" panose="020B0600070205080204" pitchFamily="34" charset="-128"/>
              </a:rPr>
              <a:t>이며 </a:t>
            </a:r>
            <a:br>
              <a:rPr lang="en-US" altLang="ko-KR" sz="1200" dirty="0">
                <a:ea typeface="ＭＳ Ｐゴシック" panose="020B0600070205080204" pitchFamily="34" charset="-128"/>
              </a:rPr>
            </a:br>
            <a:r>
              <a:rPr lang="ko-KR" altLang="en-US" sz="1200" dirty="0">
                <a:ea typeface="ＭＳ Ｐゴシック" panose="020B0600070205080204" pitchFamily="34" charset="-128"/>
              </a:rPr>
              <a:t>벡터의 각 요소는 </a:t>
            </a:r>
            <a:r>
              <a:rPr lang="ko-KR" altLang="en-US" sz="1200" dirty="0" err="1">
                <a:ea typeface="ＭＳ Ｐゴシック" panose="020B0600070205080204" pitchFamily="34" charset="-128"/>
              </a:rPr>
              <a:t>해당용어가</a:t>
            </a:r>
            <a:r>
              <a:rPr lang="ko-KR" altLang="en-US" sz="1200" dirty="0">
                <a:ea typeface="ＭＳ Ｐゴシック" panose="020B0600070205080204" pitchFamily="34" charset="-128"/>
              </a:rPr>
              <a:t> 문서에 출현한 빈도수를 나타냄</a:t>
            </a:r>
            <a:r>
              <a:rPr lang="en-US" altLang="ko-KR" sz="1200" dirty="0">
                <a:ea typeface="ＭＳ Ｐゴシック" panose="020B0600070205080204" pitchFamily="34" charset="-128"/>
              </a:rPr>
              <a:t>.</a:t>
            </a:r>
            <a:r>
              <a:rPr lang="en-US" altLang="ko-KR" sz="1200" baseline="0" dirty="0">
                <a:ea typeface="ＭＳ Ｐゴシック" panose="020B0600070205080204" pitchFamily="34" charset="-128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슬라이드의 아래쪽에는  </a:t>
            </a:r>
            <a:r>
              <a:rPr lang="ko-KR" altLang="en-US" dirty="0">
                <a:ea typeface="ＭＳ Ｐゴシック" panose="020B0600070205080204" pitchFamily="34" charset="-128"/>
              </a:rPr>
              <a:t>용어</a:t>
            </a:r>
            <a:r>
              <a:rPr lang="en-US" altLang="ko-KR" dirty="0">
                <a:ea typeface="ＭＳ Ｐゴシック" panose="020B0600070205080204" pitchFamily="34" charset="-128"/>
              </a:rPr>
              <a:t>-</a:t>
            </a:r>
            <a:r>
              <a:rPr lang="ko-KR" altLang="en-US" dirty="0">
                <a:ea typeface="ＭＳ Ｐゴシック" panose="020B0600070205080204" pitchFamily="34" charset="-128"/>
              </a:rPr>
              <a:t>문서 빈도수 행렬의 </a:t>
            </a:r>
            <a:r>
              <a:rPr lang="ko-KR" altLang="en-US" dirty="0"/>
              <a:t>한 예를 나타내는 데 </a:t>
            </a:r>
            <a:br>
              <a:rPr lang="en-US" altLang="ko-KR" dirty="0"/>
            </a:br>
            <a:r>
              <a:rPr lang="ko-KR" altLang="en-US" dirty="0"/>
              <a:t>첫번째 행에 나오는 문서 </a:t>
            </a:r>
            <a:r>
              <a:rPr lang="en-US" altLang="ko-KR" dirty="0"/>
              <a:t>1 </a:t>
            </a:r>
            <a:r>
              <a:rPr lang="ko-KR" altLang="en-US" dirty="0"/>
              <a:t>의 용어 벡터는 </a:t>
            </a:r>
            <a:r>
              <a:rPr lang="en-US" altLang="ko-KR" dirty="0"/>
              <a:t>(1, 3, 0, 0)</a:t>
            </a:r>
            <a:r>
              <a:rPr lang="en-US" altLang="ko-KR" baseline="0" dirty="0"/>
              <a:t> </a:t>
            </a:r>
            <a:r>
              <a:rPr lang="ko-KR" altLang="en-US" baseline="0" dirty="0"/>
              <a:t>이며 </a:t>
            </a:r>
            <a:br>
              <a:rPr lang="en-US" altLang="ko-KR" baseline="0" dirty="0"/>
            </a:br>
            <a:r>
              <a:rPr lang="ko-KR" altLang="en-US" baseline="0" dirty="0"/>
              <a:t>이것은 문서 </a:t>
            </a:r>
            <a:r>
              <a:rPr lang="en-US" altLang="ko-KR" baseline="0" dirty="0"/>
              <a:t>1 </a:t>
            </a:r>
            <a:r>
              <a:rPr lang="ko-KR" altLang="en-US" baseline="0" dirty="0"/>
              <a:t>에 춘향과 몽룡이라는 용어가 각각 </a:t>
            </a:r>
            <a:r>
              <a:rPr lang="en-US" altLang="ko-KR" baseline="0" dirty="0"/>
              <a:t>1</a:t>
            </a:r>
            <a:r>
              <a:rPr lang="ko-KR" altLang="en-US" baseline="0" dirty="0"/>
              <a:t>번과 </a:t>
            </a:r>
            <a:r>
              <a:rPr lang="en-US" altLang="ko-KR" baseline="0" dirty="0"/>
              <a:t>3</a:t>
            </a:r>
            <a:r>
              <a:rPr lang="ko-KR" altLang="en-US" baseline="0" dirty="0"/>
              <a:t>번 출현하였다는 것을 나타내며 </a:t>
            </a:r>
            <a:br>
              <a:rPr lang="en-US" altLang="ko-KR" baseline="0" dirty="0"/>
            </a:br>
            <a:r>
              <a:rPr lang="ko-KR" altLang="en-US" baseline="0" dirty="0"/>
              <a:t>과거와 급제 라는 용어는 출현하지 않았음을 </a:t>
            </a:r>
            <a:r>
              <a:rPr lang="ko-KR" altLang="en-US" baseline="0" dirty="0" err="1"/>
              <a:t>의미합</a:t>
            </a:r>
            <a:r>
              <a:rPr lang="en-US" altLang="ko-KR" baseline="0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>
              <a:ea typeface="ＭＳ Ｐゴシック" panose="020B060007020508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ea typeface="ＭＳ Ｐゴシック" panose="020B0600070205080204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BB6DF8-C3ED-4663-9E88-F37D1EAD4C01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2058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ea typeface="ＭＳ Ｐゴシック" panose="020B0600070205080204" pitchFamily="34" charset="-128"/>
              </a:rPr>
              <a:t>Why do you get these numbers?</a:t>
            </a:r>
          </a:p>
          <a:p>
            <a:r>
              <a:rPr lang="en-US" altLang="ko-KR">
                <a:latin typeface="Arial" panose="020B0604020202020204" pitchFamily="34" charset="0"/>
                <a:ea typeface="ＭＳ Ｐゴシック" panose="020B0600070205080204" pitchFamily="34" charset="-128"/>
              </a:rPr>
              <a:t>Suggests df is better.</a:t>
            </a:r>
          </a:p>
          <a:p>
            <a:endParaRPr lang="en-US" altLang="ko-K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6E2B65-8351-4C57-8CC9-E11C10661551}" type="slidenum">
              <a:rPr kumimoji="0" lang="en-US" altLang="ko-KR" smtClean="0">
                <a:latin typeface="Lucida Sans" panose="020B0602030504020204" pitchFamily="34" charset="0"/>
                <a:ea typeface="Arial Unicode MS" panose="020B0604020202020204" pitchFamily="50" charset="-127"/>
              </a:rPr>
              <a:pPr>
                <a:spcBef>
                  <a:spcPct val="0"/>
                </a:spcBef>
              </a:pPr>
              <a:t>5</a:t>
            </a:fld>
            <a:endParaRPr kumimoji="0" lang="en-US" altLang="ko-KR">
              <a:latin typeface="Lucida Sans" panose="020B0602030504020204" pitchFamily="34" charset="0"/>
              <a:ea typeface="Arial Unicode MS" panose="020B0604020202020204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ea typeface="ＭＳ Ｐゴシック" panose="020B0600070205080204" pitchFamily="34" charset="-128"/>
              </a:rPr>
              <a:t>n default is just term frequency</a:t>
            </a:r>
          </a:p>
          <a:p>
            <a:r>
              <a:rPr lang="en-US" altLang="ko-KR">
                <a:latin typeface="Arial" panose="020B0604020202020204" pitchFamily="34" charset="0"/>
                <a:ea typeface="ＭＳ Ｐゴシック" panose="020B0600070205080204" pitchFamily="34" charset="-128"/>
              </a:rPr>
              <a:t>ltc is best known form of weighting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5C979EC-227F-4CB8-A76F-5550E38C0381}" type="slidenum">
              <a:rPr kumimoji="0" lang="en-US" altLang="ko-KR" smtClean="0">
                <a:latin typeface="Lucida Sans" panose="020B0602030504020204" pitchFamily="34" charset="0"/>
                <a:ea typeface="Arial Unicode MS" panose="020B0604020202020204" pitchFamily="50" charset="-127"/>
              </a:rPr>
              <a:pPr>
                <a:spcBef>
                  <a:spcPct val="0"/>
                </a:spcBef>
              </a:pPr>
              <a:t>7</a:t>
            </a:fld>
            <a:endParaRPr kumimoji="0" lang="en-US" altLang="ko-KR">
              <a:latin typeface="Lucida Sans" panose="020B0602030504020204" pitchFamily="34" charset="0"/>
              <a:ea typeface="Arial Unicode MS" panose="020B0604020202020204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ea typeface="ＭＳ Ｐゴシック" panose="020B0600070205080204" pitchFamily="34" charset="-128"/>
              </a:rPr>
              <a:t>Leaving off idf weighting on documents is good for both efficiency and system effectiveness reasons.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D06BA68-C1C0-4E7C-8E4A-BD87F4FCD666}" type="slidenum">
              <a:rPr kumimoji="0" lang="en-US" altLang="ko-KR" smtClean="0">
                <a:latin typeface="Lucida Sans" panose="020B0602030504020204" pitchFamily="34" charset="0"/>
                <a:ea typeface="Arial Unicode MS" panose="020B0604020202020204" pitchFamily="50" charset="-127"/>
              </a:rPr>
              <a:pPr>
                <a:spcBef>
                  <a:spcPct val="0"/>
                </a:spcBef>
              </a:pPr>
              <a:t>8</a:t>
            </a:fld>
            <a:endParaRPr kumimoji="0" lang="en-US" altLang="ko-KR">
              <a:latin typeface="Lucida Sans" panose="020B0602030504020204" pitchFamily="34" charset="0"/>
              <a:ea typeface="Arial Unicode MS" panose="020B0604020202020204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84263" y="1981200"/>
            <a:ext cx="288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3600" dirty="0">
                <a:solidFill>
                  <a:srgbClr val="FBFCFF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139CB7"/>
          </a:solidFill>
          <a:ln w="9525">
            <a:solidFill>
              <a:srgbClr val="406E84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9pPr>
          </a:lstStyle>
          <a:p>
            <a:pPr algn="ctr" eaLnBrk="1" hangingPunct="1">
              <a:defRPr/>
            </a:pPr>
            <a:endParaRPr lang="en-US" altLang="ko-KR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830263" y="2590800"/>
            <a:ext cx="34305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4800" b="1" dirty="0">
                <a:solidFill>
                  <a:srgbClr val="139CB7"/>
                </a:solidFill>
                <a:latin typeface="Calibri" panose="020F0502020204030204" pitchFamily="34" charset="0"/>
              </a:rPr>
              <a:t>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36220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fld id="{262A871C-7AD7-4E56-A0FB-2F0E5C501E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179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9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103FF-9991-4CA0-8D16-1620EAD05F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414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35901-2223-4A2F-91FD-5442E314E0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132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A116E-D0B8-4C24-ABDD-BDDC7346A24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099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4986B-EE4B-441D-8B1B-F49D336F456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672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BB36B-A448-4D97-919F-DDA3E1C158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044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53F6B-83CB-49FC-9D2A-F972A72F89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700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35250-5E50-4FDF-B5BE-B78EE0E2D2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922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19417-5ABC-4F67-8298-CD0AFF563F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211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9"/>
          <p:cNvCxnSpPr>
            <a:cxnSpLocks noChangeShapeType="1"/>
          </p:cNvCxnSpPr>
          <p:nvPr/>
        </p:nvCxnSpPr>
        <p:spPr bwMode="auto">
          <a:xfrm>
            <a:off x="228600" y="1447800"/>
            <a:ext cx="86868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094D2-F7A1-4386-80F3-8D7F66337D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757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0A747-B848-4B14-8844-64F4ECC5D7D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616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752600"/>
            <a:ext cx="77724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8A1C7-30DE-46C1-BE6B-D94B9D01FE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402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1AB2B40-E6D9-4392-8C62-7E6F486DB6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3733800" cy="274638"/>
          </a:xfrm>
          <a:prstGeom prst="rect">
            <a:avLst/>
          </a:prstGeom>
          <a:solidFill>
            <a:srgbClr val="0E4851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i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Data</a:t>
            </a:r>
            <a:r>
              <a:rPr lang="ko-KR" alt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ko-KR" sz="1600" i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Science</a:t>
            </a: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3733800" y="0"/>
            <a:ext cx="3886200" cy="274638"/>
          </a:xfrm>
          <a:prstGeom prst="rect">
            <a:avLst/>
          </a:prstGeom>
          <a:solidFill>
            <a:srgbClr val="0E4851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dirty="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7620000" y="0"/>
            <a:ext cx="1524000" cy="274638"/>
          </a:xfrm>
          <a:prstGeom prst="rect">
            <a:avLst/>
          </a:prstGeom>
          <a:solidFill>
            <a:srgbClr val="139CB7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anose="020B0604020202020204" pitchFamily="50" charset="-127"/>
                <a:cs typeface="Arial Unicode MS" panose="020B0604020202020204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56" r:id="rId3"/>
    <p:sldLayoutId id="2147484064" r:id="rId4"/>
    <p:sldLayoutId id="2147484065" r:id="rId5"/>
    <p:sldLayoutId id="2147484066" r:id="rId6"/>
    <p:sldLayoutId id="2147484057" r:id="rId7"/>
    <p:sldLayoutId id="2147484058" r:id="rId8"/>
    <p:sldLayoutId id="2147484059" r:id="rId9"/>
    <p:sldLayoutId id="2147484067" r:id="rId10"/>
    <p:sldLayoutId id="2147484060" r:id="rId11"/>
    <p:sldLayoutId id="2147484061" r:id="rId12"/>
  </p:sldLayoutIdLst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14" name="click.wav"/>
          </p:stSnd>
        </p:sndAc>
      </p:transition>
    </mc:Choice>
    <mc:Fallback xmlns="">
      <p:transition advTm="5000">
        <p:sndAc>
          <p:stSnd>
            <p:snd r:embed="rId15" name="click.wav"/>
          </p:stSnd>
        </p:sndAc>
      </p:transition>
    </mc:Fallback>
  </mc:AlternateConten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43708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Clr>
          <a:srgbClr val="357E69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918BA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2F6E7E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23333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islita.com/information-retrieval-tutorial/cosine-similarity-tutorial.html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TF-IDF </a:t>
            </a:r>
            <a:r>
              <a:rPr lang="ko-KR" altLang="en-US" dirty="0"/>
              <a:t>기반 문서 검색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보충자료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사례 연구</a:t>
            </a:r>
            <a:r>
              <a:rPr lang="en-US" altLang="ko-KR" dirty="0"/>
              <a:t>:</a:t>
            </a:r>
            <a:endParaRPr lang="ko-KR" altLang="en-US" dirty="0"/>
          </a:p>
          <a:p>
            <a:pPr>
              <a:defRPr/>
            </a:pPr>
            <a:r>
              <a:rPr lang="ko-KR" altLang="en-US" dirty="0"/>
              <a:t>내용 기반 검색</a:t>
            </a:r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F509BD-A2A1-4CAF-93A2-DEB1F45CCCAE}" type="slidenum">
              <a:rPr lang="en-US" altLang="ko-KR" sz="1200" smtClean="0">
                <a:solidFill>
                  <a:srgbClr val="898989"/>
                </a:solidFill>
                <a:ea typeface="Arial Unicode MS" panose="020B0604020202020204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898989"/>
              </a:solidFill>
              <a:ea typeface="Arial Unicode MS" panose="020B0604020202020204" pitchFamily="50" charset="-127"/>
            </a:endParaRPr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9145712F-2098-467D-9DC7-E4644A372F93}"/>
              </a:ext>
            </a:extLst>
          </p:cNvPr>
          <p:cNvSpPr txBox="1">
            <a:spLocks/>
          </p:cNvSpPr>
          <p:nvPr/>
        </p:nvSpPr>
        <p:spPr bwMode="auto">
          <a:xfrm>
            <a:off x="722313" y="730250"/>
            <a:ext cx="3429000" cy="9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37085"/>
              </a:buClr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4572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57E69"/>
              </a:buClr>
              <a:buFont typeface="Wingdings" panose="05000000000000000000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9144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18BA3"/>
              </a:buClr>
              <a:buFont typeface="Wingdings" panose="05000000000000000000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3716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F6E7E"/>
              </a:buClr>
              <a:buFont typeface="Wingdings" panose="05000000000000000000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182880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Note:</a:t>
            </a:r>
          </a:p>
          <a:p>
            <a:pPr>
              <a:defRPr/>
            </a:pPr>
            <a:r>
              <a:rPr lang="ko-KR" altLang="en-US" dirty="0"/>
              <a:t>예제 자료 이며 </a:t>
            </a:r>
            <a:br>
              <a:rPr lang="en-US" altLang="ko-KR" dirty="0"/>
            </a:br>
            <a:r>
              <a:rPr lang="ko-KR" altLang="en-US" dirty="0"/>
              <a:t>오디오 설명 없음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3" name="click.wav"/>
          </p:stSnd>
        </p:sndAc>
      </p:transition>
    </mc:Choice>
    <mc:Fallback xmlns="">
      <p:transition advTm="5000">
        <p:sndAc>
          <p:stSnd>
            <p:snd r:embed="rId7" name="click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ko-KR" altLang="en-US" sz="2400" dirty="0"/>
              <a:t>용어</a:t>
            </a:r>
            <a:r>
              <a:rPr lang="en-US" altLang="ko-KR" sz="2400" dirty="0"/>
              <a:t>-</a:t>
            </a:r>
            <a:r>
              <a:rPr lang="ko-KR" altLang="en-US" sz="2400" dirty="0"/>
              <a:t>문서 출현 행렬 </a:t>
            </a:r>
            <a:endParaRPr lang="en-US" altLang="ko-KR" sz="2400" dirty="0"/>
          </a:p>
          <a:p>
            <a:pPr lvl="1" eaLnBrk="1" hangingPunct="1"/>
            <a:r>
              <a:rPr lang="ko-KR" altLang="en-US" sz="2000" dirty="0">
                <a:ea typeface="Arial Unicode MS" panose="020B0604020202020204" pitchFamily="50" charset="-127"/>
              </a:rPr>
              <a:t>대상 문서 집합의  각 문서에서  </a:t>
            </a:r>
            <a:br>
              <a:rPr lang="en-US" altLang="ko-KR" sz="2000" dirty="0">
                <a:ea typeface="Arial Unicode MS" panose="020B0604020202020204" pitchFamily="50" charset="-127"/>
              </a:rPr>
            </a:br>
            <a:r>
              <a:rPr lang="ko-KR" altLang="en-US" sz="2000" dirty="0">
                <a:ea typeface="Arial Unicode MS" panose="020B0604020202020204" pitchFamily="50" charset="-127"/>
              </a:rPr>
              <a:t>용어의 출현 여부</a:t>
            </a:r>
            <a:r>
              <a:rPr lang="en-US" altLang="ko-KR" sz="2000" dirty="0">
                <a:ea typeface="Arial Unicode MS" panose="020B0604020202020204" pitchFamily="50" charset="-127"/>
              </a:rPr>
              <a:t>-incidence</a:t>
            </a:r>
            <a:r>
              <a:rPr lang="ko-KR" altLang="en-US" sz="2000" dirty="0">
                <a:ea typeface="Arial Unicode MS" panose="020B0604020202020204" pitchFamily="50" charset="-127"/>
              </a:rPr>
              <a:t>를 나타냄</a:t>
            </a:r>
            <a:endParaRPr lang="en-US" altLang="ko-KR" sz="2000" dirty="0">
              <a:ea typeface="Arial Unicode MS" panose="020B0604020202020204" pitchFamily="50" charset="-127"/>
            </a:endParaRPr>
          </a:p>
          <a:p>
            <a:pPr lvl="1" eaLnBrk="1" hangingPunct="1"/>
            <a:r>
              <a:rPr lang="ko-KR" altLang="en-US" sz="2000" dirty="0">
                <a:ea typeface="Arial Unicode MS" panose="020B0604020202020204" pitchFamily="50" charset="-127"/>
              </a:rPr>
              <a:t>각 열은 용어를</a:t>
            </a:r>
            <a:r>
              <a:rPr lang="en-US" altLang="ko-KR" sz="2000" dirty="0">
                <a:ea typeface="Arial Unicode MS" panose="020B0604020202020204" pitchFamily="50" charset="-127"/>
              </a:rPr>
              <a:t>, </a:t>
            </a:r>
            <a:r>
              <a:rPr lang="ko-KR" altLang="en-US" sz="2000" dirty="0">
                <a:ea typeface="Arial Unicode MS" panose="020B0604020202020204" pitchFamily="50" charset="-127"/>
              </a:rPr>
              <a:t>각 행은 하나의 문서를 나타낸다</a:t>
            </a:r>
            <a:r>
              <a:rPr lang="en-US" altLang="ko-KR" sz="2000" dirty="0">
                <a:ea typeface="Arial Unicode MS" panose="020B0604020202020204" pitchFamily="50" charset="-127"/>
              </a:rPr>
              <a:t>. </a:t>
            </a:r>
            <a:r>
              <a:rPr lang="ko-KR" altLang="en-US" sz="2000" dirty="0">
                <a:ea typeface="Arial Unicode MS" panose="020B0604020202020204" pitchFamily="50" charset="-127"/>
              </a:rPr>
              <a:t> </a:t>
            </a:r>
            <a:endParaRPr lang="en-US" altLang="ko-KR" sz="2000" dirty="0">
              <a:ea typeface="Arial Unicode MS" panose="020B0604020202020204" pitchFamily="50" charset="-127"/>
            </a:endParaRPr>
          </a:p>
          <a:p>
            <a:pPr lvl="1" eaLnBrk="1" hangingPunct="1"/>
            <a:r>
              <a:rPr lang="ko-KR" altLang="en-US" sz="2000" dirty="0">
                <a:ea typeface="Arial Unicode MS" panose="020B0604020202020204" pitchFamily="50" charset="-127"/>
              </a:rPr>
              <a:t>각 행</a:t>
            </a:r>
            <a:r>
              <a:rPr lang="en-US" altLang="ko-KR" sz="2000" dirty="0">
                <a:ea typeface="Arial Unicode MS" panose="020B0604020202020204" pitchFamily="50" charset="-127"/>
              </a:rPr>
              <a:t>(</a:t>
            </a:r>
            <a:r>
              <a:rPr lang="ko-KR" altLang="en-US" sz="2000" dirty="0">
                <a:ea typeface="Arial Unicode MS" panose="020B0604020202020204" pitchFamily="50" charset="-127"/>
              </a:rPr>
              <a:t>문서</a:t>
            </a:r>
            <a:r>
              <a:rPr lang="en-US" altLang="ko-KR" sz="2000" dirty="0">
                <a:ea typeface="Arial Unicode MS" panose="020B0604020202020204" pitchFamily="50" charset="-127"/>
              </a:rPr>
              <a:t>)</a:t>
            </a:r>
            <a:r>
              <a:rPr lang="ko-KR" altLang="en-US" sz="2000" dirty="0">
                <a:ea typeface="Arial Unicode MS" panose="020B0604020202020204" pitchFamily="50" charset="-127"/>
              </a:rPr>
              <a:t>는 이진 용어 벡터</a:t>
            </a:r>
            <a:r>
              <a:rPr lang="en-US" altLang="ko-KR" sz="2000" dirty="0">
                <a:ea typeface="Arial Unicode MS" panose="020B0604020202020204" pitchFamily="50" charset="-127"/>
              </a:rPr>
              <a:t>-binary</a:t>
            </a:r>
            <a:r>
              <a:rPr lang="ko-KR" altLang="en-US" sz="2000" dirty="0">
                <a:ea typeface="Arial Unicode MS" panose="020B0604020202020204" pitchFamily="50" charset="-127"/>
              </a:rPr>
              <a:t> </a:t>
            </a:r>
            <a:r>
              <a:rPr lang="en-US" altLang="ko-KR" sz="2000" dirty="0">
                <a:ea typeface="Arial Unicode MS" panose="020B0604020202020204" pitchFamily="50" charset="-127"/>
              </a:rPr>
              <a:t>term vector</a:t>
            </a:r>
            <a:r>
              <a:rPr lang="ko-KR" altLang="en-US" sz="2000" dirty="0">
                <a:ea typeface="Arial Unicode MS" panose="020B0604020202020204" pitchFamily="50" charset="-127"/>
              </a:rPr>
              <a:t>이며 </a:t>
            </a:r>
            <a:br>
              <a:rPr lang="en-US" altLang="ko-KR" sz="2000" dirty="0">
                <a:ea typeface="Arial Unicode MS" panose="020B0604020202020204" pitchFamily="50" charset="-127"/>
              </a:rPr>
            </a:br>
            <a:r>
              <a:rPr lang="ko-KR" altLang="en-US" sz="2000" dirty="0" err="1">
                <a:ea typeface="Arial Unicode MS" panose="020B0604020202020204" pitchFamily="50" charset="-127"/>
              </a:rPr>
              <a:t>용어벡터의</a:t>
            </a:r>
            <a:r>
              <a:rPr lang="ko-KR" altLang="en-US" sz="2000" dirty="0">
                <a:ea typeface="Arial Unicode MS" panose="020B0604020202020204" pitchFamily="50" charset="-127"/>
              </a:rPr>
              <a:t> 요소</a:t>
            </a:r>
            <a:r>
              <a:rPr lang="en-US" altLang="ko-KR" sz="2000" dirty="0">
                <a:ea typeface="Arial Unicode MS" panose="020B0604020202020204" pitchFamily="50" charset="-127"/>
              </a:rPr>
              <a:t> 1, 0 </a:t>
            </a:r>
            <a:r>
              <a:rPr lang="ko-KR" altLang="en-US" sz="2000" dirty="0">
                <a:ea typeface="Arial Unicode MS" panose="020B0604020202020204" pitchFamily="50" charset="-127"/>
              </a:rPr>
              <a:t>은 해당 용어가 각각</a:t>
            </a:r>
            <a:r>
              <a:rPr lang="en-US" altLang="ko-KR" sz="2000" dirty="0">
                <a:ea typeface="Arial Unicode MS" panose="020B0604020202020204" pitchFamily="50" charset="-127"/>
              </a:rPr>
              <a:t> </a:t>
            </a:r>
            <a:r>
              <a:rPr lang="ko-KR" altLang="en-US" sz="2000" dirty="0">
                <a:ea typeface="Arial Unicode MS" panose="020B0604020202020204" pitchFamily="50" charset="-127"/>
              </a:rPr>
              <a:t>문서에 출현</a:t>
            </a:r>
            <a:r>
              <a:rPr lang="en-US" altLang="ko-KR" sz="2000" dirty="0">
                <a:ea typeface="Arial Unicode MS" panose="020B0604020202020204" pitchFamily="50" charset="-127"/>
              </a:rPr>
              <a:t>, </a:t>
            </a:r>
            <a:r>
              <a:rPr lang="ko-KR" altLang="en-US" sz="2000" dirty="0" err="1">
                <a:ea typeface="Arial Unicode MS" panose="020B0604020202020204" pitchFamily="50" charset="-127"/>
              </a:rPr>
              <a:t>비출현함을</a:t>
            </a:r>
            <a:r>
              <a:rPr lang="ko-KR" altLang="en-US" sz="2000" dirty="0">
                <a:ea typeface="Arial Unicode MS" panose="020B0604020202020204" pitchFamily="50" charset="-127"/>
              </a:rPr>
              <a:t> 나타냄 </a:t>
            </a:r>
            <a:r>
              <a:rPr lang="en-US" altLang="ko-KR" sz="2000" dirty="0">
                <a:ea typeface="Arial Unicode MS" panose="020B0604020202020204" pitchFamily="50" charset="-127"/>
              </a:rPr>
              <a:t> 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ea typeface="ＭＳ Ｐゴシック" panose="020B0600070205080204" pitchFamily="34" charset="-128"/>
              </a:rPr>
              <a:t>용어</a:t>
            </a:r>
            <a:r>
              <a:rPr lang="en-US" altLang="ko-KR" dirty="0">
                <a:ea typeface="ＭＳ Ｐゴシック" panose="020B0600070205080204" pitchFamily="34" charset="-128"/>
              </a:rPr>
              <a:t>-</a:t>
            </a:r>
            <a:r>
              <a:rPr lang="ko-KR" altLang="en-US" dirty="0">
                <a:ea typeface="ＭＳ Ｐゴシック" panose="020B0600070205080204" pitchFamily="34" charset="-128"/>
              </a:rPr>
              <a:t>문서 출현 행렬 </a:t>
            </a:r>
            <a:br>
              <a:rPr lang="en-US" altLang="ko-KR" dirty="0">
                <a:ea typeface="ＭＳ Ｐゴシック" panose="020B0600070205080204" pitchFamily="34" charset="-128"/>
              </a:rPr>
            </a:br>
            <a:r>
              <a:rPr lang="en-US" altLang="ko-KR" dirty="0">
                <a:ea typeface="ＭＳ Ｐゴシック" panose="020B0600070205080204" pitchFamily="34" charset="-128"/>
              </a:rPr>
              <a:t>Binary term-document incidence matrix</a:t>
            </a:r>
          </a:p>
        </p:txBody>
      </p:sp>
      <p:graphicFrame>
        <p:nvGraphicFramePr>
          <p:cNvPr id="24580" name="Object 102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526473"/>
              </p:ext>
            </p:extLst>
          </p:nvPr>
        </p:nvGraphicFramePr>
        <p:xfrm>
          <a:off x="1066800" y="4148137"/>
          <a:ext cx="6210300" cy="232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r:id="rId4" imgW="6210189" imgH="2329621" progId="Excel.Sheet.8">
                  <p:embed/>
                </p:oleObj>
              </mc:Choice>
              <mc:Fallback>
                <p:oleObj name="워크시트" r:id="rId4" imgW="6210189" imgH="2329621" progId="Excel.Sheet.8">
                  <p:embed/>
                  <p:pic>
                    <p:nvPicPr>
                      <p:cNvPr id="2458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48137"/>
                        <a:ext cx="6210300" cy="232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202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3" name="click.wav"/>
          </p:stSnd>
        </p:sndAc>
      </p:transition>
    </mc:Choice>
    <mc:Fallback xmlns="">
      <p:transition advTm="5000">
        <p:sndAc>
          <p:stSnd>
            <p:snd r:embed="rId7" name="click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ea typeface="ＭＳ Ｐゴシック" panose="020B0600070205080204" pitchFamily="34" charset="-128"/>
              </a:rPr>
              <a:t>용어</a:t>
            </a:r>
            <a:r>
              <a:rPr lang="en-US" altLang="ko-KR" dirty="0">
                <a:ea typeface="ＭＳ Ｐゴシック" panose="020B0600070205080204" pitchFamily="34" charset="-128"/>
              </a:rPr>
              <a:t>-</a:t>
            </a:r>
            <a:r>
              <a:rPr lang="ko-KR" altLang="en-US" dirty="0">
                <a:ea typeface="ＭＳ Ｐゴシック" panose="020B0600070205080204" pitchFamily="34" charset="-128"/>
              </a:rPr>
              <a:t>문서 빈도수 행렬</a:t>
            </a:r>
            <a:br>
              <a:rPr lang="en-US" altLang="ko-KR" dirty="0">
                <a:ea typeface="ＭＳ Ｐゴシック" panose="020B0600070205080204" pitchFamily="34" charset="-128"/>
              </a:rPr>
            </a:br>
            <a:r>
              <a:rPr lang="en-US" altLang="ko-KR" dirty="0">
                <a:ea typeface="ＭＳ Ｐゴシック" panose="020B0600070205080204" pitchFamily="34" charset="-128"/>
              </a:rPr>
              <a:t>Term-document count matrices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sz="2400" dirty="0">
                <a:ea typeface="ＭＳ Ｐゴシック" panose="020B0600070205080204" pitchFamily="34" charset="-128"/>
              </a:rPr>
              <a:t>용어의 </a:t>
            </a:r>
            <a:r>
              <a:rPr lang="ko-KR" altLang="en-US" sz="2400" dirty="0" err="1">
                <a:ea typeface="ＭＳ Ｐゴシック" panose="020B0600070205080204" pitchFamily="34" charset="-128"/>
              </a:rPr>
              <a:t>출현여부</a:t>
            </a:r>
            <a:r>
              <a:rPr lang="en-US" altLang="ko-KR" sz="2400" dirty="0">
                <a:ea typeface="ＭＳ Ｐゴシック" panose="020B0600070205080204" pitchFamily="34" charset="-128"/>
              </a:rPr>
              <a:t>-incidence</a:t>
            </a:r>
            <a:r>
              <a:rPr lang="ko-KR" altLang="en-US" sz="2400" dirty="0">
                <a:ea typeface="ＭＳ Ｐゴシック" panose="020B0600070205080204" pitchFamily="34" charset="-128"/>
              </a:rPr>
              <a:t> 대신 빈도수</a:t>
            </a:r>
            <a:r>
              <a:rPr lang="en-US" altLang="ko-KR" sz="2400" dirty="0">
                <a:ea typeface="ＭＳ Ｐゴシック" panose="020B0600070205080204" pitchFamily="34" charset="-128"/>
              </a:rPr>
              <a:t>-frequency</a:t>
            </a:r>
            <a:r>
              <a:rPr lang="ko-KR" altLang="en-US" sz="2400" dirty="0">
                <a:ea typeface="ＭＳ Ｐゴシック" panose="020B0600070205080204" pitchFamily="34" charset="-128"/>
              </a:rPr>
              <a:t>를 나타냄</a:t>
            </a:r>
            <a:endParaRPr lang="en-US" altLang="ko-KR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ko-KR" altLang="en-US" sz="2400" dirty="0">
                <a:ea typeface="ＭＳ Ｐゴシック" panose="020B0600070205080204" pitchFamily="34" charset="-128"/>
              </a:rPr>
              <a:t>각행은 하나의 문서를 나타내며 </a:t>
            </a:r>
            <a:br>
              <a:rPr lang="en-US" altLang="ko-KR" sz="2400" dirty="0">
                <a:ea typeface="ＭＳ Ｐゴシック" panose="020B0600070205080204" pitchFamily="34" charset="-128"/>
              </a:rPr>
            </a:br>
            <a:r>
              <a:rPr lang="ko-KR" altLang="en-US" sz="2400" dirty="0">
                <a:ea typeface="ＭＳ Ｐゴシック" panose="020B0600070205080204" pitchFamily="34" charset="-128"/>
              </a:rPr>
              <a:t>문서에 대한 용어 </a:t>
            </a:r>
            <a:r>
              <a:rPr lang="en-US" altLang="ko-KR" sz="2400" dirty="0">
                <a:ea typeface="ＭＳ Ｐゴシック" panose="020B0600070205080204" pitchFamily="34" charset="-128"/>
              </a:rPr>
              <a:t>(</a:t>
            </a:r>
            <a:r>
              <a:rPr lang="ko-KR" altLang="en-US" sz="2400" dirty="0">
                <a:ea typeface="ＭＳ Ｐゴシック" panose="020B0600070205080204" pitchFamily="34" charset="-128"/>
              </a:rPr>
              <a:t>빈도수</a:t>
            </a:r>
            <a:r>
              <a:rPr lang="en-US" altLang="ko-KR" sz="2400" dirty="0">
                <a:ea typeface="ＭＳ Ｐゴシック" panose="020B0600070205080204" pitchFamily="34" charset="-128"/>
              </a:rPr>
              <a:t>)</a:t>
            </a:r>
            <a:r>
              <a:rPr lang="ko-KR" altLang="en-US" sz="2400" dirty="0">
                <a:ea typeface="ＭＳ Ｐゴシック" panose="020B0600070205080204" pitchFamily="34" charset="-128"/>
              </a:rPr>
              <a:t> 벡터</a:t>
            </a:r>
            <a:r>
              <a:rPr lang="en-US" altLang="ko-KR" sz="2400" dirty="0">
                <a:ea typeface="ＭＳ Ｐゴシック" panose="020B0600070205080204" pitchFamily="34" charset="-128"/>
              </a:rPr>
              <a:t>-term vector </a:t>
            </a:r>
            <a:r>
              <a:rPr lang="ko-KR" altLang="en-US" sz="2400" dirty="0">
                <a:ea typeface="ＭＳ Ｐゴシック" panose="020B0600070205080204" pitchFamily="34" charset="-128"/>
              </a:rPr>
              <a:t>라고 함</a:t>
            </a:r>
            <a:r>
              <a:rPr lang="en-US" altLang="ko-KR" sz="2400" dirty="0">
                <a:ea typeface="ＭＳ Ｐゴシック" panose="020B0600070205080204" pitchFamily="34" charset="-128"/>
              </a:rPr>
              <a:t>. </a:t>
            </a:r>
            <a:r>
              <a:rPr lang="ko-KR" altLang="en-US" sz="2400" dirty="0">
                <a:ea typeface="ＭＳ Ｐゴシック" panose="020B0600070205080204" pitchFamily="34" charset="-128"/>
              </a:rPr>
              <a:t> </a:t>
            </a:r>
            <a:br>
              <a:rPr lang="en-US" altLang="ko-KR" sz="2400" dirty="0">
                <a:ea typeface="ＭＳ Ｐゴシック" panose="020B0600070205080204" pitchFamily="34" charset="-128"/>
              </a:rPr>
            </a:br>
            <a:r>
              <a:rPr lang="ko-KR" altLang="en-US" sz="2400" dirty="0">
                <a:ea typeface="ＭＳ Ｐゴシック" panose="020B0600070205080204" pitchFamily="34" charset="-128"/>
              </a:rPr>
              <a:t>이 벡터는  원소는 </a:t>
            </a:r>
            <a:r>
              <a:rPr lang="ko-KR" altLang="en-US" sz="2400" dirty="0" err="1">
                <a:ea typeface="ＭＳ Ｐゴシック" panose="020B0600070205080204" pitchFamily="34" charset="-128"/>
              </a:rPr>
              <a:t>해당용어가</a:t>
            </a:r>
            <a:r>
              <a:rPr lang="ko-KR" altLang="en-US" sz="2400" dirty="0">
                <a:ea typeface="ＭＳ Ｐゴシック" panose="020B0600070205080204" pitchFamily="34" charset="-128"/>
              </a:rPr>
              <a:t> 문서에 출현한 빈도수를 나타냄</a:t>
            </a:r>
            <a:endParaRPr lang="en-US" altLang="ko-KR" sz="24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25604" name="Object 1028"/>
          <p:cNvGraphicFramePr>
            <a:graphicFrameLocks noChangeAspect="1"/>
          </p:cNvGraphicFramePr>
          <p:nvPr/>
        </p:nvGraphicFramePr>
        <p:xfrm>
          <a:off x="1752600" y="4191000"/>
          <a:ext cx="4579938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워크시트" r:id="rId4" imgW="6210189" imgH="2329621" progId="Excel.Sheet.8">
                  <p:embed/>
                </p:oleObj>
              </mc:Choice>
              <mc:Fallback>
                <p:oleObj name="워크시트" r:id="rId4" imgW="6210189" imgH="2329621" progId="Excel.Sheet.8">
                  <p:embed/>
                  <p:pic>
                    <p:nvPicPr>
                      <p:cNvPr id="25604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191000"/>
                        <a:ext cx="4579938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093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3" name="click.wav"/>
          </p:stSnd>
        </p:sndAc>
      </p:transition>
    </mc:Choice>
    <mc:Fallback xmlns="">
      <p:transition advTm="5000">
        <p:sndAc>
          <p:stSnd>
            <p:snd r:embed="rId7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ＭＳ Ｐゴシック" panose="020B0600070205080204" pitchFamily="34" charset="-128"/>
              </a:rPr>
              <a:t>Effect of idf on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ea typeface="ＭＳ Ｐゴシック" panose="020B0600070205080204" pitchFamily="34" charset="-128"/>
              </a:rPr>
              <a:t>Does idf have an effect on ranking for one-term queries, like</a:t>
            </a:r>
          </a:p>
          <a:p>
            <a:pPr lvl="1"/>
            <a:r>
              <a:rPr lang="en-US" altLang="ko-KR">
                <a:ea typeface="ＭＳ Ｐゴシック" panose="020B0600070205080204" pitchFamily="34" charset="-128"/>
              </a:rPr>
              <a:t>iPhone</a:t>
            </a:r>
          </a:p>
          <a:p>
            <a:r>
              <a:rPr lang="en-US" altLang="ko-KR">
                <a:ea typeface="ＭＳ Ｐゴシック" panose="020B0600070205080204" pitchFamily="34" charset="-128"/>
              </a:rPr>
              <a:t>idf has no effect on ranking one term queries</a:t>
            </a:r>
          </a:p>
          <a:p>
            <a:pPr lvl="1"/>
            <a:r>
              <a:rPr lang="en-US" altLang="ko-KR">
                <a:ea typeface="ＭＳ Ｐゴシック" panose="020B0600070205080204" pitchFamily="34" charset="-128"/>
              </a:rPr>
              <a:t>idf affects the ranking of documents for queries with at least two terms</a:t>
            </a:r>
          </a:p>
          <a:p>
            <a:pPr lvl="1"/>
            <a:r>
              <a:rPr lang="en-US" altLang="ko-KR">
                <a:ea typeface="ＭＳ Ｐゴシック" panose="020B0600070205080204" pitchFamily="34" charset="-128"/>
              </a:rPr>
              <a:t>For the query </a:t>
            </a:r>
            <a:r>
              <a:rPr lang="en-US" altLang="ko-KR">
                <a:solidFill>
                  <a:srgbClr val="357E69"/>
                </a:solidFill>
                <a:ea typeface="ＭＳ Ｐゴシック" panose="020B0600070205080204" pitchFamily="34" charset="-128"/>
              </a:rPr>
              <a:t>capricious person</a:t>
            </a:r>
            <a:r>
              <a:rPr lang="en-US" altLang="ko-KR">
                <a:ea typeface="ＭＳ Ｐゴシック" panose="020B0600070205080204" pitchFamily="34" charset="-128"/>
              </a:rPr>
              <a:t>, idf weighting makes occurrences of </a:t>
            </a:r>
            <a:r>
              <a:rPr lang="en-US" altLang="ko-KR">
                <a:solidFill>
                  <a:srgbClr val="357E69"/>
                </a:solidFill>
                <a:ea typeface="ＭＳ Ｐゴシック" panose="020B0600070205080204" pitchFamily="34" charset="-128"/>
              </a:rPr>
              <a:t>capricious</a:t>
            </a:r>
            <a:r>
              <a:rPr lang="en-US" altLang="ko-KR">
                <a:ea typeface="ＭＳ Ｐゴシック" panose="020B0600070205080204" pitchFamily="34" charset="-128"/>
              </a:rPr>
              <a:t> count for much more in the final document ranking than occurrences of </a:t>
            </a:r>
            <a:r>
              <a:rPr lang="en-US" altLang="ko-KR">
                <a:solidFill>
                  <a:srgbClr val="357E69"/>
                </a:solidFill>
                <a:ea typeface="ＭＳ Ｐゴシック" panose="020B0600070205080204" pitchFamily="34" charset="-128"/>
              </a:rPr>
              <a:t>person</a:t>
            </a:r>
            <a:r>
              <a:rPr lang="en-US" altLang="ko-KR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13615B-4CF8-4ABA-BDF6-9AEB34E86219}" type="slidenum">
              <a:rPr lang="en-US" altLang="ko-KR" sz="1200" smtClean="0">
                <a:solidFill>
                  <a:srgbClr val="898989"/>
                </a:solidFill>
                <a:ea typeface="Arial Unicode MS" panose="020B0604020202020204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  <a:ea typeface="Arial Unicode MS" panose="020B0604020202020204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2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ea typeface="ＭＳ Ｐゴシック" panose="020B0600070205080204" pitchFamily="34" charset="-128"/>
              </a:rPr>
              <a:t>Collection vs. Document frequency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The collection frequency of </a:t>
            </a:r>
            <a:r>
              <a:rPr lang="en-US" altLang="ko-KR" i="1">
                <a:ea typeface="ＭＳ Ｐゴシック" panose="020B0600070205080204" pitchFamily="34" charset="-128"/>
              </a:rPr>
              <a:t>t</a:t>
            </a:r>
            <a:r>
              <a:rPr lang="en-US" altLang="ko-KR">
                <a:ea typeface="ＭＳ Ｐゴシック" panose="020B0600070205080204" pitchFamily="34" charset="-128"/>
              </a:rPr>
              <a:t> is the number of occurrences of </a:t>
            </a:r>
            <a:r>
              <a:rPr lang="en-US" altLang="ko-KR" i="1">
                <a:ea typeface="ＭＳ Ｐゴシック" panose="020B0600070205080204" pitchFamily="34" charset="-128"/>
              </a:rPr>
              <a:t>t</a:t>
            </a:r>
            <a:r>
              <a:rPr lang="en-US" altLang="ko-KR">
                <a:ea typeface="ＭＳ Ｐゴシック" panose="020B0600070205080204" pitchFamily="34" charset="-128"/>
              </a:rPr>
              <a:t> in the collection, counting multiple occurrences.</a:t>
            </a:r>
          </a:p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Example:</a:t>
            </a:r>
          </a:p>
          <a:p>
            <a:pPr eaLnBrk="1" hangingPunct="1"/>
            <a:endParaRPr lang="en-US" altLang="ko-KR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ko-KR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ko-KR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Which word is a better search term (and should get a higher weight)?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4154"/>
              </p:ext>
            </p:extLst>
          </p:nvPr>
        </p:nvGraphicFramePr>
        <p:xfrm>
          <a:off x="1143000" y="3490913"/>
          <a:ext cx="7010400" cy="1919286"/>
        </p:xfrm>
        <a:graphic>
          <a:graphicData uri="http://schemas.openxmlformats.org/drawingml/2006/table">
            <a:tbl>
              <a:tblPr/>
              <a:tblGrid>
                <a:gridCol w="1507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5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31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Collection frequency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Document frequency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insurance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10440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3997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10422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8760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3" name="click.wav"/>
          </p:stSnd>
        </p:sndAc>
      </p:transition>
    </mc:Choice>
    <mc:Fallback xmlns="">
      <p:transition advTm="5000">
        <p:sndAc>
          <p:stSnd>
            <p:snd r:embed="rId4" name="click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Computing cosine scores</a:t>
            </a:r>
          </a:p>
        </p:txBody>
      </p:sp>
      <p:pic>
        <p:nvPicPr>
          <p:cNvPr id="62467" name="Content Placeholder 8" descr="cosinescore.gi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28800"/>
            <a:ext cx="6257925" cy="3981450"/>
          </a:xfrm>
        </p:spPr>
      </p:pic>
      <p:sp>
        <p:nvSpPr>
          <p:cNvPr id="62468" name="TextBox 3"/>
          <p:cNvSpPr txBox="1">
            <a:spLocks noChangeArrowheads="1"/>
          </p:cNvSpPr>
          <p:nvPr/>
        </p:nvSpPr>
        <p:spPr bwMode="auto">
          <a:xfrm>
            <a:off x="7620000" y="-33338"/>
            <a:ext cx="250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solidFill>
                  <a:srgbClr val="FBFC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2" name="click.wav"/>
          </p:stSnd>
        </p:sndAc>
      </p:transition>
    </mc:Choice>
    <mc:Fallback xmlns="">
      <p:transition advTm="5000">
        <p:sndAc>
          <p:stSnd>
            <p:snd r:embed="rId4" name="click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tf-idf weighting has many variants</a:t>
            </a:r>
          </a:p>
        </p:txBody>
      </p:sp>
      <p:pic>
        <p:nvPicPr>
          <p:cNvPr id="63491" name="Content Placeholder 7" descr="table1.gif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80" y="2057400"/>
            <a:ext cx="8229600" cy="2546825"/>
          </a:xfrm>
        </p:spPr>
      </p:pic>
      <p:sp>
        <p:nvSpPr>
          <p:cNvPr id="63493" name="TextBox 10"/>
          <p:cNvSpPr txBox="1">
            <a:spLocks noChangeArrowheads="1"/>
          </p:cNvSpPr>
          <p:nvPr/>
        </p:nvSpPr>
        <p:spPr bwMode="auto">
          <a:xfrm>
            <a:off x="203199" y="5544979"/>
            <a:ext cx="8386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Lucida Sans" panose="020B0602030504020204" pitchFamily="34" charset="0"/>
                <a:ea typeface="Arial Unicode MS" panose="020B0604020202020204" pitchFamily="50" charset="-127"/>
              </a:rPr>
              <a:t>Columns headed ‘n’ are acronyms for weight schemes.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20763" y="6019800"/>
            <a:ext cx="6751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solidFill>
                  <a:srgbClr val="0000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Why is the base of the log in </a:t>
            </a:r>
            <a:r>
              <a:rPr lang="en-US" altLang="ko-KR" sz="2400" dirty="0" err="1">
                <a:solidFill>
                  <a:srgbClr val="0000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idf</a:t>
            </a:r>
            <a:r>
              <a:rPr lang="en-US" altLang="ko-KR" sz="2400" dirty="0">
                <a:solidFill>
                  <a:srgbClr val="0000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 immaterial?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3" name="click.wav"/>
          </p:stSnd>
        </p:sndAc>
      </p:transition>
    </mc:Choice>
    <mc:Fallback xmlns="">
      <p:transition advTm="5000">
        <p:sndAc>
          <p:stSnd>
            <p:snd r:embed="rId5" name="click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Weighting may differ in queries vs documents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Many search engines allow for different weightings for queries vs. documents</a:t>
            </a:r>
          </a:p>
          <a:p>
            <a:pPr eaLnBrk="1" hangingPunct="1"/>
            <a:r>
              <a:rPr lang="en-US" altLang="ko-KR">
                <a:solidFill>
                  <a:srgbClr val="C00000"/>
                </a:solidFill>
                <a:ea typeface="ＭＳ Ｐゴシック" panose="020B0600070205080204" pitchFamily="34" charset="-128"/>
              </a:rPr>
              <a:t>SMART Notation: denotes the combination in use in an engine, with the notation </a:t>
            </a:r>
            <a:r>
              <a:rPr lang="en-US" altLang="ko-KR" i="1">
                <a:solidFill>
                  <a:srgbClr val="C00000"/>
                </a:solidFill>
                <a:ea typeface="ＭＳ Ｐゴシック" panose="020B0600070205080204" pitchFamily="34" charset="-128"/>
              </a:rPr>
              <a:t>ddd.qqq,</a:t>
            </a:r>
            <a:r>
              <a:rPr lang="en-US" altLang="ko-KR">
                <a:solidFill>
                  <a:srgbClr val="C00000"/>
                </a:solidFill>
                <a:ea typeface="ＭＳ Ｐゴシック" panose="020B0600070205080204" pitchFamily="34" charset="-128"/>
              </a:rPr>
              <a:t> using the acronyms from the previous table</a:t>
            </a:r>
          </a:p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A very standard weighting scheme is: lnc.ltc</a:t>
            </a:r>
          </a:p>
          <a:p>
            <a:pPr eaLnBrk="1" hangingPunct="1">
              <a:spcAft>
                <a:spcPts val="900"/>
              </a:spcAft>
            </a:pPr>
            <a:r>
              <a:rPr lang="en-US" altLang="ko-KR">
                <a:ea typeface="ＭＳ Ｐゴシック" panose="020B0600070205080204" pitchFamily="34" charset="-128"/>
              </a:rPr>
              <a:t>Document: logarithmic tf </a:t>
            </a:r>
            <a:r>
              <a:rPr lang="en-US" altLang="ko-KR">
                <a:solidFill>
                  <a:srgbClr val="C00000"/>
                </a:solidFill>
                <a:ea typeface="ＭＳ Ｐゴシック" panose="020B0600070205080204" pitchFamily="34" charset="-128"/>
              </a:rPr>
              <a:t>(l as first character)</a:t>
            </a:r>
            <a:r>
              <a:rPr lang="en-US" altLang="ko-KR">
                <a:ea typeface="ＭＳ Ｐゴシック" panose="020B0600070205080204" pitchFamily="34" charset="-128"/>
              </a:rPr>
              <a:t>, no idf and cosine normalization</a:t>
            </a:r>
          </a:p>
          <a:p>
            <a:pPr eaLnBrk="1" hangingPunct="1"/>
            <a:r>
              <a:rPr lang="en-US" altLang="ko-KR">
                <a:solidFill>
                  <a:srgbClr val="C00000"/>
                </a:solidFill>
                <a:ea typeface="ＭＳ Ｐゴシック" panose="020B0600070205080204" pitchFamily="34" charset="-128"/>
              </a:rPr>
              <a:t>Query: logarithmic tf (l in leftmost column), idf (t in second column), no normalization …</a:t>
            </a:r>
          </a:p>
        </p:txBody>
      </p:sp>
      <p:sp>
        <p:nvSpPr>
          <p:cNvPr id="4" name="Up Arrow Callout 3"/>
          <p:cNvSpPr>
            <a:spLocks noChangeArrowheads="1"/>
          </p:cNvSpPr>
          <p:nvPr/>
        </p:nvSpPr>
        <p:spPr bwMode="auto">
          <a:xfrm>
            <a:off x="7164388" y="4876800"/>
            <a:ext cx="1903412" cy="706438"/>
          </a:xfrm>
          <a:prstGeom prst="upArrowCallout">
            <a:avLst>
              <a:gd name="adj1" fmla="val 25048"/>
              <a:gd name="adj2" fmla="val 25073"/>
              <a:gd name="adj3" fmla="val 25000"/>
              <a:gd name="adj4" fmla="val 64977"/>
            </a:avLst>
          </a:prstGeom>
          <a:solidFill>
            <a:schemeClr val="accent1">
              <a:alpha val="3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Lucida Sans" panose="020B0602030504020204" pitchFamily="34" charset="0"/>
                <a:ea typeface="Arial Unicode MS" panose="020B0604020202020204" pitchFamily="50" charset="-127"/>
              </a:rPr>
              <a:t>A bad idea?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3" name="click.wav"/>
          </p:stSnd>
        </p:sndAc>
      </p:transition>
    </mc:Choice>
    <mc:Fallback xmlns="">
      <p:transition advTm="5000">
        <p:sndAc>
          <p:stSnd>
            <p:snd r:embed="rId4" name="click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err="1">
                <a:ea typeface="ＭＳ Ｐゴシック" panose="020B0600070205080204" pitchFamily="34" charset="-128"/>
              </a:rPr>
              <a:t>tf-idf</a:t>
            </a:r>
            <a:r>
              <a:rPr lang="en-US" altLang="ko-KR" dirty="0">
                <a:ea typeface="ＭＳ Ｐゴシック" panose="020B0600070205080204" pitchFamily="34" charset="-128"/>
              </a:rPr>
              <a:t> example: </a:t>
            </a:r>
            <a:r>
              <a:rPr lang="en-US" altLang="ko-KR" dirty="0" err="1">
                <a:ea typeface="ＭＳ Ｐゴシック" panose="020B0600070205080204" pitchFamily="34" charset="-128"/>
              </a:rPr>
              <a:t>lnc.ltc</a:t>
            </a:r>
            <a:endParaRPr lang="en-US" altLang="ko-KR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78929"/>
              </p:ext>
            </p:extLst>
          </p:nvPr>
        </p:nvGraphicFramePr>
        <p:xfrm>
          <a:off x="304800" y="2373314"/>
          <a:ext cx="8534399" cy="2765424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76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33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18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189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0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Term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Query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Document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Prod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 Unicode MS" charset="0"/>
                      </a:endParaRP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tf-raw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tf-wt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df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idf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wt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n’lize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tf-raw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tf-wt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wt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n’lize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 Unicode MS" charset="0"/>
                      </a:endParaRP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auto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5000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2.3 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0.52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best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50000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0.34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car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 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10000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0.52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0.52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0.27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insurance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1000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3.0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3.0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0.78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0.68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0.53</a:t>
                      </a:r>
                    </a:p>
                  </a:txBody>
                  <a:tcPr marL="82988" marR="82988" marT="45703" marB="4570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683" name="TextBox 4"/>
          <p:cNvSpPr txBox="1">
            <a:spLocks noChangeArrowheads="1"/>
          </p:cNvSpPr>
          <p:nvPr/>
        </p:nvSpPr>
        <p:spPr bwMode="auto">
          <a:xfrm>
            <a:off x="213870" y="1432371"/>
            <a:ext cx="6302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Lucida Sans" panose="020B0602030504020204" pitchFamily="34" charset="0"/>
                <a:ea typeface="Arial Unicode MS" panose="020B0604020202020204" pitchFamily="50" charset="-127"/>
              </a:rPr>
              <a:t>Document: </a:t>
            </a:r>
            <a:r>
              <a:rPr lang="en-US" altLang="ko-KR" sz="2400" i="1" dirty="0">
                <a:latin typeface="Lucida Sans" panose="020B0602030504020204" pitchFamily="34" charset="0"/>
                <a:ea typeface="Arial Unicode MS" panose="020B0604020202020204" pitchFamily="50" charset="-127"/>
              </a:rPr>
              <a:t>car insurance auto insurance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Lucida Sans" panose="020B0602030504020204" pitchFamily="34" charset="0"/>
                <a:ea typeface="Arial Unicode MS" panose="020B0604020202020204" pitchFamily="50" charset="-127"/>
              </a:rPr>
              <a:t>Query: </a:t>
            </a:r>
            <a:r>
              <a:rPr lang="en-US" altLang="ko-KR" sz="2400" i="1" dirty="0">
                <a:latin typeface="Lucida Sans" panose="020B0602030504020204" pitchFamily="34" charset="0"/>
                <a:ea typeface="Arial Unicode MS" panose="020B0604020202020204" pitchFamily="50" charset="-127"/>
              </a:rPr>
              <a:t>best car insurance</a:t>
            </a:r>
          </a:p>
        </p:txBody>
      </p:sp>
      <p:sp>
        <p:nvSpPr>
          <p:cNvPr id="67684" name="TextBox 5"/>
          <p:cNvSpPr txBox="1">
            <a:spLocks noChangeArrowheads="1"/>
          </p:cNvSpPr>
          <p:nvPr/>
        </p:nvSpPr>
        <p:spPr bwMode="auto">
          <a:xfrm>
            <a:off x="1217613" y="5176838"/>
            <a:ext cx="6249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solidFill>
                  <a:srgbClr val="0000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Exercise: what is </a:t>
            </a:r>
            <a:r>
              <a:rPr lang="en-US" altLang="ko-KR" sz="2400" i="1">
                <a:solidFill>
                  <a:srgbClr val="0000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N</a:t>
            </a:r>
            <a:r>
              <a:rPr lang="en-US" altLang="ko-KR" sz="2400">
                <a:solidFill>
                  <a:srgbClr val="0000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, the number of docs?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152650" y="6243638"/>
            <a:ext cx="4595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solidFill>
                  <a:srgbClr val="C00000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Score = 0+0+0.27+0.53 = 0.8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133600" y="5715000"/>
            <a:ext cx="4895850" cy="461963"/>
            <a:chOff x="2133600" y="5715000"/>
            <a:chExt cx="4895850" cy="461665"/>
          </a:xfrm>
        </p:grpSpPr>
        <p:sp>
          <p:nvSpPr>
            <p:cNvPr id="67687" name="TextBox 8"/>
            <p:cNvSpPr txBox="1">
              <a:spLocks noChangeArrowheads="1"/>
            </p:cNvSpPr>
            <p:nvPr/>
          </p:nvSpPr>
          <p:spPr bwMode="auto">
            <a:xfrm>
              <a:off x="2133600" y="5715000"/>
              <a:ext cx="21018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Lucida Sans" panose="020B0602030504020204" pitchFamily="34" charset="0"/>
                  <a:ea typeface="Arial Unicode MS" panose="020B0604020202020204" pitchFamily="50" charset="-127"/>
                </a:rPr>
                <a:t>Doc length =</a:t>
              </a:r>
            </a:p>
          </p:txBody>
        </p:sp>
        <p:graphicFrame>
          <p:nvGraphicFramePr>
            <p:cNvPr id="67688" name="Object 2"/>
            <p:cNvGraphicFramePr>
              <a:graphicFrameLocks noChangeAspect="1"/>
            </p:cNvGraphicFramePr>
            <p:nvPr/>
          </p:nvGraphicFramePr>
          <p:xfrm>
            <a:off x="4070350" y="5729723"/>
            <a:ext cx="2959100" cy="405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74800" imgH="215900" progId="Equation.3">
                    <p:embed/>
                  </p:oleObj>
                </mc:Choice>
                <mc:Fallback>
                  <p:oleObj name="Equation" r:id="rId3" imgW="1574800" imgH="215900" progId="Equation.3">
                    <p:embed/>
                    <p:pic>
                      <p:nvPicPr>
                        <p:cNvPr id="6768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0350" y="5729723"/>
                          <a:ext cx="2959100" cy="4057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2" name="click.wav"/>
          </p:stSnd>
        </p:sndAc>
      </p:transition>
    </mc:Choice>
    <mc:Fallback xmlns="">
      <p:transition advTm="5000">
        <p:sndAc>
          <p:stSnd>
            <p:snd r:embed="rId6" name="click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Summary – vector space ranking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Represent the query as a weighted tf-idf vector</a:t>
            </a:r>
          </a:p>
          <a:p>
            <a:pPr eaLnBrk="1" hangingPunct="1"/>
            <a:r>
              <a:rPr lang="en-US" altLang="ko-KR">
                <a:solidFill>
                  <a:srgbClr val="C00000"/>
                </a:solidFill>
                <a:ea typeface="ＭＳ Ｐゴシック" panose="020B0600070205080204" pitchFamily="34" charset="-128"/>
              </a:rPr>
              <a:t>Represent each document as a weighted tf-idf vector</a:t>
            </a:r>
          </a:p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Compute the cosine similarity score for the query vector and each document vector</a:t>
            </a:r>
          </a:p>
          <a:p>
            <a:pPr eaLnBrk="1" hangingPunct="1"/>
            <a:r>
              <a:rPr lang="en-US" altLang="ko-KR">
                <a:solidFill>
                  <a:srgbClr val="C00000"/>
                </a:solidFill>
                <a:ea typeface="ＭＳ Ｐゴシック" panose="020B0600070205080204" pitchFamily="34" charset="-128"/>
              </a:rPr>
              <a:t>Rank documents with respect to the query by score</a:t>
            </a:r>
          </a:p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Return the top </a:t>
            </a:r>
            <a:r>
              <a:rPr lang="en-US" altLang="ko-KR" i="1">
                <a:ea typeface="ＭＳ Ｐゴシック" panose="020B0600070205080204" pitchFamily="34" charset="-128"/>
              </a:rPr>
              <a:t>K</a:t>
            </a:r>
            <a:r>
              <a:rPr lang="en-US" altLang="ko-KR">
                <a:ea typeface="ＭＳ Ｐゴシック" panose="020B0600070205080204" pitchFamily="34" charset="-128"/>
              </a:rPr>
              <a:t> (e.g., </a:t>
            </a:r>
            <a:r>
              <a:rPr lang="en-US" altLang="ko-KR" i="1">
                <a:ea typeface="ＭＳ Ｐゴシック" panose="020B0600070205080204" pitchFamily="34" charset="-128"/>
              </a:rPr>
              <a:t>K</a:t>
            </a:r>
            <a:r>
              <a:rPr lang="en-US" altLang="ko-KR">
                <a:ea typeface="ＭＳ Ｐゴシック" panose="020B0600070205080204" pitchFamily="34" charset="-128"/>
              </a:rPr>
              <a:t> = 10) to the user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2" name="click.wav"/>
          </p:stSnd>
        </p:sndAc>
      </p:transition>
    </mc:Choice>
    <mc:Fallback xmlns="">
      <p:transition advTm="5000">
        <p:sndAc>
          <p:stSnd>
            <p:snd r:embed="rId3" name="click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Resources for today’s lecture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ＭＳ Ｐゴシック" panose="020B0600070205080204" pitchFamily="34" charset="-128"/>
              </a:rPr>
              <a:t>IIR 6.2 – 6.4.3</a:t>
            </a:r>
          </a:p>
          <a:p>
            <a:pPr eaLnBrk="1" hangingPunct="1"/>
            <a:endParaRPr lang="en-US" altLang="ko-KR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ko-KR">
                <a:ea typeface="ＭＳ Ｐゴシック" panose="020B0600070205080204" pitchFamily="34" charset="-128"/>
                <a:hlinkClick r:id="rId3"/>
              </a:rPr>
              <a:t>http://www.miislita.com/information-retrieval-tutorial/cosine-similarity-tutorial.html</a:t>
            </a:r>
            <a:endParaRPr lang="en-US" altLang="ko-KR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ko-KR">
                <a:ea typeface="ＭＳ Ｐゴシック" panose="020B0600070205080204" pitchFamily="34" charset="-128"/>
              </a:rPr>
              <a:t>Term weighting and cosine similarity tutorial for SEO folk!</a:t>
            </a:r>
          </a:p>
          <a:p>
            <a:pPr eaLnBrk="1" hangingPunct="1"/>
            <a:endParaRPr lang="en-US" altLang="ko-KR">
              <a:ea typeface="ＭＳ Ｐゴシック" panose="020B0600070205080204" pitchFamily="34" charset="-128"/>
            </a:endParaRPr>
          </a:p>
        </p:txBody>
      </p:sp>
      <p:sp>
        <p:nvSpPr>
          <p:cNvPr id="69636" name="TextBox 3"/>
          <p:cNvSpPr txBox="1">
            <a:spLocks noChangeArrowheads="1"/>
          </p:cNvSpPr>
          <p:nvPr/>
        </p:nvSpPr>
        <p:spPr bwMode="auto">
          <a:xfrm>
            <a:off x="7620000" y="-33338"/>
            <a:ext cx="250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>
                <a:solidFill>
                  <a:srgbClr val="FBFCFF"/>
                </a:solidFill>
                <a:latin typeface="Lucida Sans" panose="020B0602030504020204" pitchFamily="34" charset="0"/>
                <a:ea typeface="Arial Unicode MS" panose="020B0604020202020204" pitchFamily="50" charset="-127"/>
              </a:rPr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103FF-9991-4CA0-8D16-1620EAD05F53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000">
        <p:sndAc>
          <p:stSnd>
            <p:snd r:embed="rId2" name="click.wav"/>
          </p:stSnd>
        </p:sndAc>
      </p:transition>
    </mc:Choice>
    <mc:Fallback xmlns="">
      <p:transition advTm="5000">
        <p:sndAc>
          <p:stSnd>
            <p:snd r:embed="rId4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IIR-slides">
  <a:themeElements>
    <a:clrScheme name="IIR Boo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37085"/>
      </a:accent1>
      <a:accent2>
        <a:srgbClr val="C0504D"/>
      </a:accent2>
      <a:accent3>
        <a:srgbClr val="357E69"/>
      </a:accent3>
      <a:accent4>
        <a:srgbClr val="918BA3"/>
      </a:accent4>
      <a:accent5>
        <a:srgbClr val="139CB7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IIR-slides.pot</Template>
  <TotalTime>26277</TotalTime>
  <Words>858</Words>
  <Application>Microsoft Office PowerPoint</Application>
  <PresentationFormat>화면 슬라이드 쇼(4:3)</PresentationFormat>
  <Paragraphs>161</Paragraphs>
  <Slides>11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Arial</vt:lpstr>
      <vt:lpstr>Calibri</vt:lpstr>
      <vt:lpstr>Lucida Sans</vt:lpstr>
      <vt:lpstr>Tahoma</vt:lpstr>
      <vt:lpstr>Wingdings</vt:lpstr>
      <vt:lpstr>IIR-slides</vt:lpstr>
      <vt:lpstr>워크시트</vt:lpstr>
      <vt:lpstr>Equation</vt:lpstr>
      <vt:lpstr>TF-IDF 기반 문서 검색 (보충자료) -</vt:lpstr>
      <vt:lpstr>용어-문서 출현 행렬  Binary term-document incidence matrix</vt:lpstr>
      <vt:lpstr>용어-문서 빈도수 행렬 Term-document count matrices</vt:lpstr>
      <vt:lpstr>Effect of idf on ranking</vt:lpstr>
      <vt:lpstr>Collection vs. Document frequency</vt:lpstr>
      <vt:lpstr>Computing cosine scores</vt:lpstr>
      <vt:lpstr>tf-idf weighting has many variants</vt:lpstr>
      <vt:lpstr>Weighting may differ in queries vs documents</vt:lpstr>
      <vt:lpstr>tf-idf example: lnc.ltc</vt:lpstr>
      <vt:lpstr>Summary – vector space ranking</vt:lpstr>
      <vt:lpstr>Resources for today’s lecture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Christopher Manning</dc:creator>
  <cp:lastModifiedBy>Syng-Yup Ohn (온승엽)</cp:lastModifiedBy>
  <cp:revision>709</cp:revision>
  <cp:lastPrinted>2009-10-06T16:53:03Z</cp:lastPrinted>
  <dcterms:created xsi:type="dcterms:W3CDTF">2009-10-08T15:24:46Z</dcterms:created>
  <dcterms:modified xsi:type="dcterms:W3CDTF">2021-05-20T07:46:40Z</dcterms:modified>
</cp:coreProperties>
</file>