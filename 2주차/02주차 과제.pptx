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1" r:id="rId6"/>
    <p:sldId id="289" r:id="rId7"/>
    <p:sldId id="295" r:id="rId8"/>
    <p:sldId id="296" r:id="rId9"/>
    <p:sldId id="278" r:id="rId10"/>
    <p:sldId id="297" r:id="rId11"/>
    <p:sldId id="298" r:id="rId12"/>
    <p:sldId id="276" r:id="rId1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만든 이" initials="오전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31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3C78EDB-4074-4B9C-8A23-C61DB2EAECBA}" type="datetime1">
              <a:rPr lang="ko-KR" altLang="en-US" smtClean="0">
                <a:latin typeface="+mj-ea"/>
                <a:ea typeface="+mj-ea"/>
              </a:rPr>
              <a:t>2022-03-14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94A59610-D21E-4772-A7BF-F2F26E543677}" type="datetime1">
              <a:rPr lang="ko-KR" altLang="en-US" smtClean="0"/>
              <a:pPr/>
              <a:t>2022-03-14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4B9A9E5-4F7F-4A7D-9DE1-899232329269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1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52148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2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5178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3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97687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4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47093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5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35719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6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1357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7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56821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8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44454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9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0061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안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타임라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래픽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제목을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텍스트 개체 틀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텍스트 개체 틀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4" name="텍스트 개체 틀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5" name="텍스트 개체 틀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6" name="텍스트 개체 틀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7" name="텍스트 개체 틀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3" name="직선 연결선(S)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직선 연결선(S)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2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1" name="텍스트 개체 틀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2" name="텍스트 개체 틀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3" name="텍스트 개체 틀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4" name="텍스트 개체 틀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2" name="텍스트 개체 틀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텍스트 개체 틀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" name="직선 연결선(S)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(S)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3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텍스트 개체 틀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텍스트 개체 틀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소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날짜 개체 틀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바닥글 개체 틀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슬라이드 번호 개체 틀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나누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2" name="텍스트 개체 틀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텍스트 개체 틀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4" name="텍스트 개체 틀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날짜 개체 틀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바닥글 개체 틀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슬라이드 번호 개체 틀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3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3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내용 개체 틀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내용 개체 틀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endParaRPr lang="ko-KR" altLang="en-US" noProof="0"/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내용 개체 틀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내용 2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래픽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제목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0" name="텍스트 개체 틀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1" name="날짜 개체 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바닥글 개체 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슬라이드 번호 개체 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차트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차트 개체 틀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차트를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임라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텍스트 개체 틀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연도</a:t>
            </a:r>
            <a:endParaRPr lang="ko-KR" altLang="en-ZA" noProof="0"/>
          </a:p>
        </p:txBody>
      </p:sp>
      <p:sp>
        <p:nvSpPr>
          <p:cNvPr id="7" name="텍스트 개체 틀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8" name="텍스트 개체 틀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0" name="텍스트 개체 틀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2" name="텍스트 개체 틀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4" name="텍스트 개체 틀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6" name="텍스트 개체 틀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7" name="텍스트 개체 틀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5" name="텍스트 개체 틀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8" name="텍스트 개체 틀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9" name="텍스트 개체 틀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연도</a:t>
            </a:r>
            <a:endParaRPr lang="ko-KR" altLang="en-ZA" noProof="0"/>
          </a:p>
        </p:txBody>
      </p:sp>
      <p:sp>
        <p:nvSpPr>
          <p:cNvPr id="20" name="텍스트 개체 틀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1" name="텍스트 개체 틀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2" name="텍스트 개체 틀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3" name="텍스트 개체 틀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4" name="텍스트 개체 틀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5" name="텍스트 개체 틀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6" name="텍스트 개체 틀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8" name="텍스트 개체 틀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9" name="텍스트 개체 틀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7" name="텍스트 개체 틀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0" name="텍스트 개체 틀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1" name="텍스트 개체 틀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날짜 개체 틀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바닥글 개체 틀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슬라이드 번호 개체 틀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7" name="SmartArt 개체 틀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en-US" altLang="ko-KR" noProof="0"/>
              <a:t>SmartArt </a:t>
            </a:r>
            <a:r>
              <a:rPr lang="ko-KR" altLang="en-US" noProof="0"/>
              <a:t>그래픽을 추가하려면 아이콘을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팀 슬라이드 4명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그림 개체 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그림 개체 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</a:lstStyle>
          <a:p>
            <a:pPr lvl="1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그림 개체 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(S)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팀 슬라이드 8명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그림 개체 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그림 개체 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그림 개체 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5" name="그림 개체 틀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4" name="텍스트 개체 틀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2" name="텍스트 개체 틀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6" name="그림 개체 틀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9" name="텍스트 개체 틀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3" name="텍스트 개체 틀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7" name="그림 개체 틀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60" name="텍스트 개체 틀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4" name="텍스트 개체 틀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8" name="그림 개체 틀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61" name="텍스트 개체 틀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5" name="텍스트 개체 틀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자금 조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  <a:endParaRPr lang="ko-KR" altLang="en-US" noProof="0"/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4" name="내용 개체 틀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  <a:endParaRPr lang="ko-KR" altLang="en-US" noProof="0"/>
          </a:p>
        </p:txBody>
      </p:sp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5" name="내용 개체 틀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  <a:endParaRPr lang="ko-KR" altLang="en-US" noProof="0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6" name="내용 개체 틀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  <a:endParaRPr lang="ko-KR" altLang="en-US" noProof="0"/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23" name="직선 연결선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날짜 개체 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바닥글 개체 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슬라이드 번호 개체 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마무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날짜 개체 틀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바닥글 개체 틀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슬라이드 번호 개체 틀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pPr rtl="0"/>
            <a:r>
              <a:rPr lang="en-US" altLang="ko-KR" dirty="0"/>
              <a:t>02</a:t>
            </a:r>
            <a:r>
              <a:rPr lang="ko-KR" altLang="en-US" dirty="0"/>
              <a:t>주차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en-US" altLang="ko-KR" dirty="0"/>
              <a:t>2018125020</a:t>
            </a:r>
            <a:r>
              <a:rPr lang="ko-KR" altLang="en-US" dirty="0"/>
              <a:t> 류호원</a:t>
            </a:r>
            <a:r>
              <a:rPr lang="en-US" altLang="ko-KR" dirty="0"/>
              <a:t>(</a:t>
            </a:r>
            <a:r>
              <a:rPr lang="ko-KR" altLang="en-US" dirty="0"/>
              <a:t>소프트웨어학과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 rtlCol="0"/>
          <a:lstStyle/>
          <a:p>
            <a:pPr rtl="0"/>
            <a:r>
              <a:rPr lang="ko-KR" altLang="en-US"/>
              <a:t>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altLang="ko-KR" dirty="0"/>
              <a:t>1-a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pPr rtl="0"/>
            <a:r>
              <a:rPr lang="en-US" altLang="ko-KR" dirty="0"/>
              <a:t>1-b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/>
          <a:lstStyle/>
          <a:p>
            <a:pPr rtl="0"/>
            <a:r>
              <a:rPr lang="en-US" altLang="ko-KR" dirty="0"/>
              <a:t>2-a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/>
          <a:lstStyle/>
          <a:p>
            <a:pPr rtl="0"/>
            <a:r>
              <a:rPr lang="en-US" altLang="ko-KR" dirty="0"/>
              <a:t>2-b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 rtlCol="0"/>
          <a:lstStyle/>
          <a:p>
            <a:pPr rtl="0"/>
            <a:r>
              <a:rPr lang="en-US" altLang="ko-KR" dirty="0"/>
              <a:t>Matrix </a:t>
            </a:r>
            <a:r>
              <a:rPr lang="ko-KR" altLang="en-US" dirty="0"/>
              <a:t>행렬에 대하여 </a:t>
            </a:r>
            <a:r>
              <a:rPr lang="en-US" altLang="ko-KR" dirty="0"/>
              <a:t>, For</a:t>
            </a:r>
            <a:r>
              <a:rPr lang="ko-KR" altLang="en-US" dirty="0"/>
              <a:t>문을 사용한 </a:t>
            </a:r>
            <a:r>
              <a:rPr lang="ko-KR" altLang="en-US" dirty="0" err="1"/>
              <a:t>양음수의</a:t>
            </a:r>
            <a:r>
              <a:rPr lang="ko-KR" altLang="en-US" dirty="0"/>
              <a:t> 합 구하기</a:t>
            </a:r>
          </a:p>
          <a:p>
            <a:pPr rtl="0"/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73328"/>
            <a:ext cx="5539095" cy="1010842"/>
          </a:xfrm>
        </p:spPr>
        <p:txBody>
          <a:bodyPr rtlCol="0"/>
          <a:lstStyle/>
          <a:p>
            <a:pPr rtl="0"/>
            <a:r>
              <a:rPr lang="en-US" altLang="ko-KR" dirty="0"/>
              <a:t>1-a </a:t>
            </a:r>
            <a:r>
              <a:rPr lang="ko-KR" altLang="en-US" dirty="0"/>
              <a:t>를 </a:t>
            </a:r>
            <a:r>
              <a:rPr lang="en-US" altLang="ko-KR" dirty="0"/>
              <a:t>apply </a:t>
            </a:r>
            <a:r>
              <a:rPr lang="ko-KR" altLang="en-US" dirty="0"/>
              <a:t>함수를 이용하여 대체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/>
          <a:lstStyle/>
          <a:p>
            <a:pPr rtl="0"/>
            <a:r>
              <a:rPr lang="en-US" altLang="ko-KR" dirty="0"/>
              <a:t>Char </a:t>
            </a:r>
            <a:r>
              <a:rPr lang="ko-KR" altLang="en-US" dirty="0"/>
              <a:t>형 </a:t>
            </a:r>
            <a:r>
              <a:rPr lang="en-US" altLang="ko-KR" dirty="0"/>
              <a:t>matrix </a:t>
            </a:r>
            <a:r>
              <a:rPr lang="ko-KR" altLang="en-US" dirty="0"/>
              <a:t>행렬을 </a:t>
            </a:r>
            <a:r>
              <a:rPr lang="en-US" altLang="ko-KR" dirty="0"/>
              <a:t>for</a:t>
            </a:r>
            <a:r>
              <a:rPr lang="ko-KR" altLang="en-US" dirty="0"/>
              <a:t>문을 이용하여 </a:t>
            </a:r>
            <a:r>
              <a:rPr lang="en-US" altLang="ko-KR" dirty="0"/>
              <a:t>vector </a:t>
            </a:r>
            <a:r>
              <a:rPr lang="ko-KR" altLang="en-US" dirty="0"/>
              <a:t>형식으로 리턴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/>
          <a:lstStyle/>
          <a:p>
            <a:pPr rtl="0"/>
            <a:r>
              <a:rPr lang="en-US" altLang="ko-KR" dirty="0"/>
              <a:t>2-a</a:t>
            </a:r>
            <a:r>
              <a:rPr lang="ko-KR" altLang="en-US" dirty="0"/>
              <a:t> 를 </a:t>
            </a:r>
            <a:r>
              <a:rPr lang="en-US" altLang="ko-KR" dirty="0"/>
              <a:t>apply </a:t>
            </a:r>
            <a:r>
              <a:rPr lang="ko-KR" altLang="en-US" dirty="0"/>
              <a:t>함수를 이용하여 대체 </a:t>
            </a:r>
          </a:p>
          <a:p>
            <a:pPr rtl="0"/>
            <a:endParaRPr lang="ko-KR" altLang="en-US" dirty="0"/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80" name="바닥글 개체 틀 79">
            <a:extLst>
              <a:ext uri="{FF2B5EF4-FFF2-40B4-BE49-F238E27FC236}">
                <a16:creationId xmlns:a16="http://schemas.microsoft.com/office/drawing/2014/main" id="{81398ED2-66DB-46EA-8D89-B07A5C03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/>
          <a:p>
            <a:pPr rtl="0"/>
            <a:r>
              <a:rPr lang="ko-KR" altLang="en-US"/>
              <a:t>설명 자료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18"/>
            <a:ext cx="3139440" cy="864366"/>
          </a:xfrm>
        </p:spPr>
        <p:txBody>
          <a:bodyPr rtlCol="0"/>
          <a:lstStyle/>
          <a:p>
            <a:pPr rtl="0"/>
            <a:r>
              <a:rPr lang="en-US" altLang="ko-KR" dirty="0"/>
              <a:t>matrix</a:t>
            </a:r>
            <a:endParaRPr lang="ko-KR" altLang="en-US" dirty="0"/>
          </a:p>
        </p:txBody>
      </p:sp>
      <p:sp>
        <p:nvSpPr>
          <p:cNvPr id="20" name="날짜 개체 틀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21" name="바닥글 개체 틀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ko-KR" altLang="en-US"/>
              <a:t>설명 자료</a:t>
            </a: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3</a:t>
            </a:fld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28B9F545-D984-4635-A4E9-72589506B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405" y="2448322"/>
            <a:ext cx="8217582" cy="26837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C2B4D4-486D-48F5-84C7-27373B630D28}"/>
              </a:ext>
            </a:extLst>
          </p:cNvPr>
          <p:cNvSpPr txBox="1"/>
          <p:nvPr/>
        </p:nvSpPr>
        <p:spPr>
          <a:xfrm>
            <a:off x="7936992" y="5559552"/>
            <a:ext cx="3584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임의 수치형 </a:t>
            </a:r>
            <a:r>
              <a:rPr lang="en-US" altLang="ko-KR" dirty="0"/>
              <a:t>matrix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567555"/>
            <a:ext cx="2443543" cy="846301"/>
          </a:xfrm>
        </p:spPr>
        <p:txBody>
          <a:bodyPr rtlCol="0"/>
          <a:lstStyle/>
          <a:p>
            <a:pPr rtl="0"/>
            <a:r>
              <a:rPr lang="en-US" altLang="ko" dirty="0"/>
              <a:t>1-a</a:t>
            </a:r>
            <a:endParaRPr lang="ko" dirty="0"/>
          </a:p>
        </p:txBody>
      </p:sp>
      <p:sp>
        <p:nvSpPr>
          <p:cNvPr id="32" name="날짜 개체 틀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ko"/>
              <a:t>20XX년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ko"/>
              <a:t>설명 자료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ZA" smtClean="0"/>
              <a:pPr rtl="0"/>
              <a:t>4</a:t>
            </a:fld>
            <a:endParaRPr lang="en-Z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5556C-43C6-443F-BF8F-F2C77E58362C}"/>
              </a:ext>
            </a:extLst>
          </p:cNvPr>
          <p:cNvSpPr txBox="1"/>
          <p:nvPr/>
        </p:nvSpPr>
        <p:spPr>
          <a:xfrm>
            <a:off x="1786103" y="990705"/>
            <a:ext cx="4486217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sum_posneg</a:t>
            </a:r>
            <a:r>
              <a:rPr lang="en-US" altLang="ko-KR" sz="1200" dirty="0"/>
              <a:t>&lt;-function(mat1,dir){</a:t>
            </a:r>
          </a:p>
          <a:p>
            <a:r>
              <a:rPr lang="en-US" altLang="ko-KR" sz="1200" dirty="0"/>
              <a:t>  </a:t>
            </a:r>
          </a:p>
          <a:p>
            <a:r>
              <a:rPr lang="en-US" altLang="ko-KR" sz="1200" dirty="0"/>
              <a:t>  if (</a:t>
            </a:r>
            <a:r>
              <a:rPr lang="en-US" altLang="ko-KR" sz="1200" dirty="0" err="1"/>
              <a:t>dir</a:t>
            </a:r>
            <a:r>
              <a:rPr lang="en-US" altLang="ko-KR" sz="1200" dirty="0"/>
              <a:t>==1)</a:t>
            </a:r>
          </a:p>
          <a:p>
            <a:r>
              <a:rPr lang="en-US" altLang="ko-KR" sz="1200" dirty="0"/>
              <a:t>  {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plus_newcol</a:t>
            </a:r>
            <a:r>
              <a:rPr lang="en-US" altLang="ko-KR" sz="1200" dirty="0"/>
              <a:t>&lt;-NULL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minus_newcol</a:t>
            </a:r>
            <a:r>
              <a:rPr lang="en-US" altLang="ko-KR" sz="1200" dirty="0"/>
              <a:t>&lt;-NULL</a:t>
            </a:r>
          </a:p>
          <a:p>
            <a:r>
              <a:rPr lang="en-US" altLang="ko-KR" sz="1200" dirty="0"/>
              <a:t>    for (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in 1:nrow(mat1)){</a:t>
            </a:r>
          </a:p>
          <a:p>
            <a:r>
              <a:rPr lang="en-US" altLang="ko-KR" sz="1200" dirty="0"/>
              <a:t>      a&lt;-0</a:t>
            </a:r>
          </a:p>
          <a:p>
            <a:r>
              <a:rPr lang="en-US" altLang="ko-KR" sz="1200" dirty="0"/>
              <a:t>      for(j in 1:ncol(mat1)){</a:t>
            </a:r>
          </a:p>
          <a:p>
            <a:r>
              <a:rPr lang="en-US" altLang="ko-KR" sz="1200" dirty="0"/>
              <a:t>        </a:t>
            </a:r>
          </a:p>
          <a:p>
            <a:r>
              <a:rPr lang="en-US" altLang="ko-KR" sz="1200" dirty="0"/>
              <a:t>        if(mat1[</a:t>
            </a:r>
            <a:r>
              <a:rPr lang="en-US" altLang="ko-KR" sz="1200" dirty="0" err="1"/>
              <a:t>i,j</a:t>
            </a:r>
            <a:r>
              <a:rPr lang="en-US" altLang="ko-KR" sz="1200" dirty="0"/>
              <a:t>]&lt;0){</a:t>
            </a:r>
          </a:p>
          <a:p>
            <a:r>
              <a:rPr lang="en-US" altLang="ko-KR" sz="1200" dirty="0"/>
              <a:t>          a= a+mat1[</a:t>
            </a:r>
            <a:r>
              <a:rPr lang="en-US" altLang="ko-KR" sz="1200" dirty="0" err="1"/>
              <a:t>i,j</a:t>
            </a:r>
            <a:r>
              <a:rPr lang="en-US" altLang="ko-KR" sz="1200" dirty="0"/>
              <a:t>]</a:t>
            </a:r>
          </a:p>
          <a:p>
            <a:r>
              <a:rPr lang="en-US" altLang="ko-KR" sz="1200" dirty="0"/>
              <a:t>        }</a:t>
            </a:r>
          </a:p>
          <a:p>
            <a:r>
              <a:rPr lang="en-US" altLang="ko-KR" sz="1200" dirty="0"/>
              <a:t>      }</a:t>
            </a:r>
          </a:p>
          <a:p>
            <a:r>
              <a:rPr lang="en-US" altLang="ko-KR" sz="1200" dirty="0"/>
              <a:t>      </a:t>
            </a:r>
            <a:r>
              <a:rPr lang="en-US" altLang="ko-KR" sz="1200" dirty="0" err="1"/>
              <a:t>minus_newcol</a:t>
            </a:r>
            <a:r>
              <a:rPr lang="en-US" altLang="ko-KR" sz="1200" dirty="0"/>
              <a:t>&lt;-c(</a:t>
            </a:r>
            <a:r>
              <a:rPr lang="en-US" altLang="ko-KR" sz="1200" dirty="0" err="1"/>
              <a:t>minus_newcol,a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    for (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in 1:nrow(mat1)){</a:t>
            </a:r>
          </a:p>
          <a:p>
            <a:r>
              <a:rPr lang="en-US" altLang="ko-KR" sz="1200" dirty="0"/>
              <a:t>      a&lt;-0</a:t>
            </a:r>
          </a:p>
          <a:p>
            <a:r>
              <a:rPr lang="en-US" altLang="ko-KR" sz="1200" dirty="0"/>
              <a:t>      for(j in 1:ncol(mat1)){</a:t>
            </a:r>
          </a:p>
          <a:p>
            <a:r>
              <a:rPr lang="en-US" altLang="ko-KR" sz="1200" dirty="0"/>
              <a:t>        </a:t>
            </a:r>
          </a:p>
          <a:p>
            <a:r>
              <a:rPr lang="en-US" altLang="ko-KR" sz="1200" dirty="0"/>
              <a:t>        if(mat1[</a:t>
            </a:r>
            <a:r>
              <a:rPr lang="en-US" altLang="ko-KR" sz="1200" dirty="0" err="1"/>
              <a:t>i,j</a:t>
            </a:r>
            <a:r>
              <a:rPr lang="en-US" altLang="ko-KR" sz="1200" dirty="0"/>
              <a:t>]&gt;0){</a:t>
            </a:r>
          </a:p>
          <a:p>
            <a:r>
              <a:rPr lang="en-US" altLang="ko-KR" sz="1200" dirty="0"/>
              <a:t>          a= a+mat1[</a:t>
            </a:r>
            <a:r>
              <a:rPr lang="en-US" altLang="ko-KR" sz="1200" dirty="0" err="1"/>
              <a:t>i,j</a:t>
            </a:r>
            <a:r>
              <a:rPr lang="en-US" altLang="ko-KR" sz="1200" dirty="0"/>
              <a:t>]</a:t>
            </a:r>
          </a:p>
          <a:p>
            <a:r>
              <a:rPr lang="en-US" altLang="ko-KR" sz="1200" dirty="0"/>
              <a:t>        }</a:t>
            </a:r>
          </a:p>
          <a:p>
            <a:r>
              <a:rPr lang="en-US" altLang="ko-KR" sz="1200" dirty="0"/>
              <a:t>      }</a:t>
            </a:r>
          </a:p>
          <a:p>
            <a:r>
              <a:rPr lang="en-US" altLang="ko-KR" sz="1200" dirty="0"/>
              <a:t>      </a:t>
            </a:r>
            <a:r>
              <a:rPr lang="en-US" altLang="ko-KR" sz="1200" dirty="0" err="1"/>
              <a:t>plus_newcol</a:t>
            </a:r>
            <a:r>
              <a:rPr lang="en-US" altLang="ko-KR" sz="1200" dirty="0"/>
              <a:t>&lt;-c(</a:t>
            </a:r>
            <a:r>
              <a:rPr lang="en-US" altLang="ko-KR" sz="1200" dirty="0" err="1"/>
              <a:t>plus_newcol,a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newcol</a:t>
            </a:r>
            <a:r>
              <a:rPr lang="en-US" altLang="ko-KR" sz="1200" dirty="0"/>
              <a:t>&lt;-</a:t>
            </a:r>
            <a:r>
              <a:rPr lang="en-US" altLang="ko-KR" sz="1200" dirty="0" err="1"/>
              <a:t>cbind</a:t>
            </a:r>
            <a:r>
              <a:rPr lang="en-US" altLang="ko-KR" sz="1200" dirty="0"/>
              <a:t>(</a:t>
            </a:r>
            <a:r>
              <a:rPr lang="en-US" altLang="ko-KR" sz="1200" dirty="0" err="1"/>
              <a:t>newcol,plus_newcol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newcol</a:t>
            </a:r>
            <a:r>
              <a:rPr lang="en-US" altLang="ko-KR" sz="1200" dirty="0"/>
              <a:t>&lt;-</a:t>
            </a:r>
            <a:r>
              <a:rPr lang="en-US" altLang="ko-KR" sz="1200" dirty="0" err="1"/>
              <a:t>cbind</a:t>
            </a:r>
            <a:r>
              <a:rPr lang="en-US" altLang="ko-KR" sz="1200" dirty="0"/>
              <a:t>(</a:t>
            </a:r>
            <a:r>
              <a:rPr lang="en-US" altLang="ko-KR" sz="1200" dirty="0" err="1"/>
              <a:t>newcol,minus_newcol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print(</a:t>
            </a:r>
            <a:r>
              <a:rPr lang="en-US" altLang="ko-KR" sz="1200" dirty="0" err="1"/>
              <a:t>newcol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}</a:t>
            </a:r>
          </a:p>
          <a:p>
            <a:r>
              <a:rPr lang="en-US" altLang="ko-KR" sz="1200" dirty="0"/>
              <a:t>}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0391C9-4BEF-446C-A3A5-ACBB73E7F5F1}"/>
              </a:ext>
            </a:extLst>
          </p:cNvPr>
          <p:cNvSpPr txBox="1"/>
          <p:nvPr/>
        </p:nvSpPr>
        <p:spPr>
          <a:xfrm>
            <a:off x="5919680" y="990705"/>
            <a:ext cx="52577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if (</a:t>
            </a:r>
            <a:r>
              <a:rPr lang="en-US" altLang="ko-KR" sz="1200" dirty="0" err="1"/>
              <a:t>dir</a:t>
            </a:r>
            <a:r>
              <a:rPr lang="en-US" altLang="ko-KR" sz="1200" dirty="0"/>
              <a:t>==2)</a:t>
            </a:r>
          </a:p>
          <a:p>
            <a:r>
              <a:rPr lang="en-US" altLang="ko-KR" sz="1200" dirty="0"/>
              <a:t>  {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plus_newrow</a:t>
            </a:r>
            <a:r>
              <a:rPr lang="en-US" altLang="ko-KR" sz="1200" dirty="0"/>
              <a:t>&lt;-NULL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minus_newrow</a:t>
            </a:r>
            <a:r>
              <a:rPr lang="en-US" altLang="ko-KR" sz="1200" dirty="0"/>
              <a:t>&lt;-NULL</a:t>
            </a:r>
          </a:p>
          <a:p>
            <a:r>
              <a:rPr lang="en-US" altLang="ko-KR" sz="1200" dirty="0"/>
              <a:t>    for (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in 1:nrow(mat1)){</a:t>
            </a:r>
          </a:p>
          <a:p>
            <a:r>
              <a:rPr lang="en-US" altLang="ko-KR" sz="1200" dirty="0"/>
              <a:t>      a&lt;-0</a:t>
            </a:r>
          </a:p>
          <a:p>
            <a:r>
              <a:rPr lang="en-US" altLang="ko-KR" sz="1200" dirty="0"/>
              <a:t>      for(j in 1:ncol(mat1)){</a:t>
            </a:r>
          </a:p>
          <a:p>
            <a:r>
              <a:rPr lang="en-US" altLang="ko-KR" sz="1200" dirty="0"/>
              <a:t>        if(mat1[</a:t>
            </a:r>
            <a:r>
              <a:rPr lang="en-US" altLang="ko-KR" sz="1200" dirty="0" err="1"/>
              <a:t>j,i</a:t>
            </a:r>
            <a:r>
              <a:rPr lang="en-US" altLang="ko-KR" sz="1200" dirty="0"/>
              <a:t>]&lt;0){</a:t>
            </a:r>
          </a:p>
          <a:p>
            <a:r>
              <a:rPr lang="en-US" altLang="ko-KR" sz="1200" dirty="0"/>
              <a:t>          a= a+mat1[</a:t>
            </a:r>
            <a:r>
              <a:rPr lang="en-US" altLang="ko-KR" sz="1200" dirty="0" err="1"/>
              <a:t>j,i</a:t>
            </a:r>
            <a:r>
              <a:rPr lang="en-US" altLang="ko-KR" sz="1200" dirty="0"/>
              <a:t>]</a:t>
            </a:r>
          </a:p>
          <a:p>
            <a:r>
              <a:rPr lang="en-US" altLang="ko-KR" sz="1200" dirty="0"/>
              <a:t>        }</a:t>
            </a:r>
          </a:p>
          <a:p>
            <a:r>
              <a:rPr lang="en-US" altLang="ko-KR" sz="1200" dirty="0"/>
              <a:t>      }</a:t>
            </a:r>
          </a:p>
          <a:p>
            <a:r>
              <a:rPr lang="en-US" altLang="ko-KR" sz="1200" dirty="0"/>
              <a:t>      </a:t>
            </a:r>
            <a:r>
              <a:rPr lang="en-US" altLang="ko-KR" sz="1200" dirty="0" err="1"/>
              <a:t>minus_newrow</a:t>
            </a:r>
            <a:r>
              <a:rPr lang="en-US" altLang="ko-KR" sz="1200" dirty="0"/>
              <a:t>&lt;-c(</a:t>
            </a:r>
            <a:r>
              <a:rPr lang="en-US" altLang="ko-KR" sz="1200" dirty="0" err="1"/>
              <a:t>minus_newrow,a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    for (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in 1:nrow(mat1)){</a:t>
            </a:r>
          </a:p>
          <a:p>
            <a:r>
              <a:rPr lang="en-US" altLang="ko-KR" sz="1200" dirty="0"/>
              <a:t>      a&lt;-0</a:t>
            </a:r>
          </a:p>
          <a:p>
            <a:r>
              <a:rPr lang="en-US" altLang="ko-KR" sz="1200" dirty="0"/>
              <a:t>      for(j in 1:ncol(mat1)){</a:t>
            </a:r>
          </a:p>
          <a:p>
            <a:r>
              <a:rPr lang="en-US" altLang="ko-KR" sz="1200" dirty="0"/>
              <a:t>        if(mat1[</a:t>
            </a:r>
            <a:r>
              <a:rPr lang="en-US" altLang="ko-KR" sz="1200" dirty="0" err="1"/>
              <a:t>j,i</a:t>
            </a:r>
            <a:r>
              <a:rPr lang="en-US" altLang="ko-KR" sz="1200" dirty="0"/>
              <a:t>]&gt;0){</a:t>
            </a:r>
          </a:p>
          <a:p>
            <a:r>
              <a:rPr lang="en-US" altLang="ko-KR" sz="1200" dirty="0"/>
              <a:t>          a= a+mat1[</a:t>
            </a:r>
            <a:r>
              <a:rPr lang="en-US" altLang="ko-KR" sz="1200" dirty="0" err="1"/>
              <a:t>j,i</a:t>
            </a:r>
            <a:r>
              <a:rPr lang="en-US" altLang="ko-KR" sz="1200" dirty="0"/>
              <a:t>]</a:t>
            </a:r>
          </a:p>
          <a:p>
            <a:r>
              <a:rPr lang="en-US" altLang="ko-KR" sz="1200" dirty="0"/>
              <a:t>        }</a:t>
            </a:r>
          </a:p>
          <a:p>
            <a:r>
              <a:rPr lang="en-US" altLang="ko-KR" sz="1200" dirty="0"/>
              <a:t>      }</a:t>
            </a:r>
          </a:p>
          <a:p>
            <a:r>
              <a:rPr lang="en-US" altLang="ko-KR" sz="1200" dirty="0"/>
              <a:t>      </a:t>
            </a:r>
            <a:r>
              <a:rPr lang="en-US" altLang="ko-KR" sz="1200" dirty="0" err="1"/>
              <a:t>plus_newrow</a:t>
            </a:r>
            <a:r>
              <a:rPr lang="en-US" altLang="ko-KR" sz="1200" dirty="0"/>
              <a:t>&lt;-c(</a:t>
            </a:r>
            <a:r>
              <a:rPr lang="en-US" altLang="ko-KR" sz="1200" dirty="0" err="1"/>
              <a:t>plus_newrow,a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newrow</a:t>
            </a:r>
            <a:r>
              <a:rPr lang="en-US" altLang="ko-KR" sz="1200" dirty="0"/>
              <a:t>&lt;-NULL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newrow</a:t>
            </a:r>
            <a:r>
              <a:rPr lang="en-US" altLang="ko-KR" sz="1200" dirty="0"/>
              <a:t>&lt;-</a:t>
            </a:r>
            <a:r>
              <a:rPr lang="en-US" altLang="ko-KR" sz="1200" dirty="0" err="1"/>
              <a:t>rbind</a:t>
            </a:r>
            <a:r>
              <a:rPr lang="en-US" altLang="ko-KR" sz="1200" dirty="0"/>
              <a:t>(</a:t>
            </a:r>
            <a:r>
              <a:rPr lang="en-US" altLang="ko-KR" sz="1200" dirty="0" err="1"/>
              <a:t>newrow,plus_newrow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newrow</a:t>
            </a:r>
            <a:r>
              <a:rPr lang="en-US" altLang="ko-KR" sz="1200" dirty="0"/>
              <a:t>&lt;-</a:t>
            </a:r>
            <a:r>
              <a:rPr lang="en-US" altLang="ko-KR" sz="1200" dirty="0" err="1"/>
              <a:t>rbind</a:t>
            </a:r>
            <a:r>
              <a:rPr lang="en-US" altLang="ko-KR" sz="1200" dirty="0"/>
              <a:t>(</a:t>
            </a:r>
            <a:r>
              <a:rPr lang="en-US" altLang="ko-KR" sz="1200" dirty="0" err="1"/>
              <a:t>newrow,minus_newrow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print(</a:t>
            </a:r>
            <a:r>
              <a:rPr lang="en-US" altLang="ko-KR" sz="1200" dirty="0" err="1"/>
              <a:t>newrow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}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1444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567555"/>
            <a:ext cx="2443543" cy="846301"/>
          </a:xfrm>
        </p:spPr>
        <p:txBody>
          <a:bodyPr rtlCol="0"/>
          <a:lstStyle/>
          <a:p>
            <a:pPr rtl="0"/>
            <a:r>
              <a:rPr lang="en-US" altLang="ko" dirty="0"/>
              <a:t>1-a </a:t>
            </a:r>
            <a:r>
              <a:rPr lang="ko-KR" altLang="en-US" dirty="0"/>
              <a:t>결과</a:t>
            </a:r>
            <a:endParaRPr lang="ko" dirty="0"/>
          </a:p>
        </p:txBody>
      </p:sp>
      <p:sp>
        <p:nvSpPr>
          <p:cNvPr id="32" name="날짜 개체 틀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ko"/>
              <a:t>20XX년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ko"/>
              <a:t>설명 자료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ZA" smtClean="0"/>
              <a:pPr rtl="0"/>
              <a:t>5</a:t>
            </a:fld>
            <a:endParaRPr lang="en-ZA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582942-B818-4E0D-911E-C651CDCA0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680" y="4037097"/>
            <a:ext cx="4709891" cy="12013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908729C-16DE-443A-B55C-818B6501D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168" y="1619576"/>
            <a:ext cx="4425145" cy="12013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AF51FB-294E-43BA-9F69-B59676CDDDEA}"/>
              </a:ext>
            </a:extLst>
          </p:cNvPr>
          <p:cNvSpPr txBox="1"/>
          <p:nvPr/>
        </p:nvSpPr>
        <p:spPr>
          <a:xfrm>
            <a:off x="5975168" y="3244334"/>
            <a:ext cx="206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Dim=1</a:t>
            </a:r>
            <a:r>
              <a:rPr lang="ko-KR" altLang="en-US" dirty="0" err="1"/>
              <a:t>인경우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DE0B5E-0862-4B29-A36C-9E57B759E2A1}"/>
              </a:ext>
            </a:extLst>
          </p:cNvPr>
          <p:cNvSpPr txBox="1"/>
          <p:nvPr/>
        </p:nvSpPr>
        <p:spPr>
          <a:xfrm>
            <a:off x="6096000" y="5612721"/>
            <a:ext cx="206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Dim=2</a:t>
            </a:r>
            <a:r>
              <a:rPr lang="ko-KR" altLang="en-US" dirty="0" err="1"/>
              <a:t>인경우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786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567555"/>
            <a:ext cx="2443543" cy="846301"/>
          </a:xfrm>
        </p:spPr>
        <p:txBody>
          <a:bodyPr rtlCol="0"/>
          <a:lstStyle/>
          <a:p>
            <a:pPr rtl="0"/>
            <a:r>
              <a:rPr lang="en-US" altLang="ko" dirty="0"/>
              <a:t>1-b</a:t>
            </a:r>
            <a:endParaRPr lang="ko" dirty="0"/>
          </a:p>
        </p:txBody>
      </p:sp>
      <p:sp>
        <p:nvSpPr>
          <p:cNvPr id="32" name="날짜 개체 틀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ko"/>
              <a:t>20XX년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ko"/>
              <a:t>설명 자료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ZA" smtClean="0"/>
              <a:pPr rtl="0"/>
              <a:t>6</a:t>
            </a:fld>
            <a:endParaRPr lang="en-ZA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8E5894-815C-43A9-AB91-29AE3F978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30" y="2105572"/>
            <a:ext cx="5086350" cy="19240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A18EDB-6CAA-4983-B82D-BEA1B2E2ECE7}"/>
              </a:ext>
            </a:extLst>
          </p:cNvPr>
          <p:cNvSpPr txBox="1"/>
          <p:nvPr/>
        </p:nvSpPr>
        <p:spPr>
          <a:xfrm>
            <a:off x="833330" y="4721338"/>
            <a:ext cx="4486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r>
              <a:rPr lang="ko-KR" altLang="en-US" dirty="0"/>
              <a:t>보다 </a:t>
            </a:r>
            <a:r>
              <a:rPr lang="ko-KR" altLang="en-US" dirty="0" err="1"/>
              <a:t>큰수와</a:t>
            </a:r>
            <a:r>
              <a:rPr lang="ko-KR" altLang="en-US" dirty="0"/>
              <a:t> </a:t>
            </a:r>
            <a:r>
              <a:rPr lang="ko-KR" altLang="en-US" dirty="0" err="1"/>
              <a:t>작은수를</a:t>
            </a:r>
            <a:r>
              <a:rPr lang="ko-KR" altLang="en-US" dirty="0"/>
              <a:t> 나누어서 새로운 열과 행 구성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8DD3FD5-382D-440B-BD7D-242F74684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299" y="2105572"/>
            <a:ext cx="3635693" cy="11620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20B06B-D332-43BD-BF84-1D0BD7E0E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299" y="3471507"/>
            <a:ext cx="2333625" cy="1371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4BA5AC-473A-434E-BFF4-859CF7A0E2C1}"/>
              </a:ext>
            </a:extLst>
          </p:cNvPr>
          <p:cNvSpPr txBox="1"/>
          <p:nvPr/>
        </p:nvSpPr>
        <p:spPr>
          <a:xfrm>
            <a:off x="6587299" y="5367669"/>
            <a:ext cx="4330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열과 행을 합치고 결과값</a:t>
            </a:r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567555"/>
            <a:ext cx="2443543" cy="846301"/>
          </a:xfrm>
        </p:spPr>
        <p:txBody>
          <a:bodyPr rtlCol="0"/>
          <a:lstStyle/>
          <a:p>
            <a:pPr rtl="0"/>
            <a:r>
              <a:rPr lang="en-US" altLang="ko" dirty="0"/>
              <a:t>2-a</a:t>
            </a:r>
            <a:endParaRPr lang="ko" dirty="0"/>
          </a:p>
        </p:txBody>
      </p:sp>
      <p:sp>
        <p:nvSpPr>
          <p:cNvPr id="32" name="날짜 개체 틀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ko"/>
              <a:t>20XX년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ko"/>
              <a:t>설명 자료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ZA" smtClean="0"/>
              <a:pPr rtl="0"/>
              <a:t>7</a:t>
            </a:fld>
            <a:endParaRPr lang="en-ZA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8A2D184-305B-47C5-A3C9-772FBEE2F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96" y="1413857"/>
            <a:ext cx="6286500" cy="28106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A7DE1F-3F29-4842-887C-DC836B69DF3B}"/>
              </a:ext>
            </a:extLst>
          </p:cNvPr>
          <p:cNvSpPr txBox="1"/>
          <p:nvPr/>
        </p:nvSpPr>
        <p:spPr>
          <a:xfrm>
            <a:off x="7569759" y="2072224"/>
            <a:ext cx="3784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Char</a:t>
            </a:r>
            <a:r>
              <a:rPr lang="ko-KR" altLang="en-US" dirty="0"/>
              <a:t>형으로 구성된 </a:t>
            </a:r>
            <a:r>
              <a:rPr lang="en-US" altLang="ko-KR" dirty="0"/>
              <a:t>matrix</a:t>
            </a:r>
            <a:r>
              <a:rPr lang="ko-KR" altLang="en-US" dirty="0"/>
              <a:t>를 만들고 </a:t>
            </a:r>
            <a:r>
              <a:rPr lang="en-US" altLang="ko-KR" dirty="0"/>
              <a:t>for</a:t>
            </a:r>
            <a:r>
              <a:rPr lang="ko-KR" altLang="en-US" dirty="0"/>
              <a:t>문을 이용하여 </a:t>
            </a:r>
            <a:r>
              <a:rPr lang="en-US" altLang="ko-KR" dirty="0"/>
              <a:t>vector</a:t>
            </a:r>
            <a:r>
              <a:rPr lang="ko-KR" altLang="en-US" dirty="0"/>
              <a:t>형으로 만들고 타입 확인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CAF15CF-32B1-4D31-8836-F3D880515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13" y="4384675"/>
            <a:ext cx="5467350" cy="19716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2DC1215-966E-4962-A691-BC610E2854CE}"/>
              </a:ext>
            </a:extLst>
          </p:cNvPr>
          <p:cNvSpPr txBox="1"/>
          <p:nvPr/>
        </p:nvSpPr>
        <p:spPr>
          <a:xfrm>
            <a:off x="7681663" y="5001180"/>
            <a:ext cx="378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결과값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458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567555"/>
            <a:ext cx="2443543" cy="846301"/>
          </a:xfrm>
        </p:spPr>
        <p:txBody>
          <a:bodyPr rtlCol="0"/>
          <a:lstStyle/>
          <a:p>
            <a:pPr rtl="0"/>
            <a:r>
              <a:rPr lang="en-US" altLang="ko" dirty="0"/>
              <a:t>2-b</a:t>
            </a:r>
            <a:endParaRPr lang="ko" dirty="0"/>
          </a:p>
        </p:txBody>
      </p:sp>
      <p:sp>
        <p:nvSpPr>
          <p:cNvPr id="32" name="날짜 개체 틀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ko"/>
              <a:t>20XX년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ko"/>
              <a:t>설명 자료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ZA" smtClean="0"/>
              <a:pPr rtl="0"/>
              <a:t>8</a:t>
            </a:fld>
            <a:endParaRPr lang="en-ZA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27B4F04-8BC9-47BC-BDAB-B74D4B6CD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13" y="1805559"/>
            <a:ext cx="6886575" cy="1162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ACC2F9-4E9C-4236-A5D5-D1054BE2C521}"/>
              </a:ext>
            </a:extLst>
          </p:cNvPr>
          <p:cNvSpPr txBox="1"/>
          <p:nvPr/>
        </p:nvSpPr>
        <p:spPr>
          <a:xfrm>
            <a:off x="7626096" y="2386584"/>
            <a:ext cx="3220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Sapply</a:t>
            </a:r>
            <a:r>
              <a:rPr lang="ko-KR" altLang="en-US" dirty="0"/>
              <a:t>를 이용하여 </a:t>
            </a:r>
            <a:r>
              <a:rPr lang="en-US" altLang="ko-KR" dirty="0"/>
              <a:t>2-a</a:t>
            </a:r>
            <a:r>
              <a:rPr lang="ko-KR" altLang="en-US" dirty="0"/>
              <a:t>를 대체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D7258ED-FA43-43D8-BC91-4AE9ED1EA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168" y="4028503"/>
            <a:ext cx="3990975" cy="18002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9649380-2644-4C52-92C7-D7692BE1C748}"/>
              </a:ext>
            </a:extLst>
          </p:cNvPr>
          <p:cNvSpPr txBox="1"/>
          <p:nvPr/>
        </p:nvSpPr>
        <p:spPr>
          <a:xfrm>
            <a:off x="7626096" y="4606789"/>
            <a:ext cx="3220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결과값</a:t>
            </a:r>
          </a:p>
        </p:txBody>
      </p:sp>
    </p:spTree>
    <p:extLst>
      <p:ext uri="{BB962C8B-B14F-4D97-AF65-F5344CB8AC3E}">
        <p14:creationId xmlns:p14="http://schemas.microsoft.com/office/powerpoint/2010/main" val="1377137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ko-KR" altLang="en-US" dirty="0"/>
              <a:t>파일첨부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/>
          <a:p>
            <a:pPr rtl="0"/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/>
          <a:p>
            <a:pPr rtl="0"/>
            <a:r>
              <a:rPr lang="ko-KR" altLang="en-US"/>
              <a:t>설명 자료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9</a:t>
            </a:fld>
            <a:endParaRPr lang="ko-KR" altLang="en-US"/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12B04592-2AEC-482B-AB02-CFE4A3F73C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7258524"/>
              </p:ext>
            </p:extLst>
          </p:nvPr>
        </p:nvGraphicFramePr>
        <p:xfrm>
          <a:off x="6618353" y="5043340"/>
          <a:ext cx="1601821" cy="901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포장기 셸 개체" showAsIcon="1" r:id="rId4" imgW="1074600" imgH="604800" progId="Package">
                  <p:embed/>
                </p:oleObj>
              </mc:Choice>
              <mc:Fallback>
                <p:oleObj name="포장기 셸 개체" showAsIcon="1" r:id="rId4" imgW="1074600" imgH="604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18353" y="5043340"/>
                        <a:ext cx="1601821" cy="9014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012B125-C4EF-4F39-9167-889D2EAE4050}"/>
              </a:ext>
            </a:extLst>
          </p:cNvPr>
          <p:cNvSpPr txBox="1"/>
          <p:nvPr/>
        </p:nvSpPr>
        <p:spPr>
          <a:xfrm>
            <a:off x="8327795" y="5043340"/>
            <a:ext cx="3026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2018125020 </a:t>
            </a:r>
            <a:r>
              <a:rPr lang="ko-KR" altLang="en-US" dirty="0"/>
              <a:t>류호원</a:t>
            </a:r>
            <a:r>
              <a:rPr lang="en-US" altLang="ko-KR" dirty="0"/>
              <a:t>(</a:t>
            </a:r>
            <a:r>
              <a:rPr lang="ko-KR" altLang="en-US" dirty="0"/>
              <a:t>소프트웨어학과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모노라인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8872_TF22318419_Win32" id="{2BE6961B-FA69-4260-AFAD-3D8256877AF9}" vid="{2636BF1C-1032-4E29-96EC-D5D5F0CCF6A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BA3906-9696-4247-AC0D-DD5C26B2A7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미니멀한 영업 프레젠테이션</Template>
  <TotalTime>44</TotalTime>
  <Words>539</Words>
  <Application>Microsoft Office PowerPoint</Application>
  <PresentationFormat>와이드스크린</PresentationFormat>
  <Paragraphs>119</Paragraphs>
  <Slides>9</Slides>
  <Notes>9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Tenorite</vt:lpstr>
      <vt:lpstr>모노라인</vt:lpstr>
      <vt:lpstr>패키지</vt:lpstr>
      <vt:lpstr>02주차 과제</vt:lpstr>
      <vt:lpstr>문제</vt:lpstr>
      <vt:lpstr>matrix</vt:lpstr>
      <vt:lpstr>1-a</vt:lpstr>
      <vt:lpstr>1-a 결과</vt:lpstr>
      <vt:lpstr>1-b</vt:lpstr>
      <vt:lpstr>2-a</vt:lpstr>
      <vt:lpstr>2-b</vt:lpstr>
      <vt:lpstr>파일첨부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02주차 과제</dc:title>
  <dc:creator>류호원(***8***020)</dc:creator>
  <cp:lastModifiedBy>류호원(***8***020)</cp:lastModifiedBy>
  <cp:revision>3</cp:revision>
  <dcterms:created xsi:type="dcterms:W3CDTF">2022-03-12T05:20:01Z</dcterms:created>
  <dcterms:modified xsi:type="dcterms:W3CDTF">2022-03-14T02:06:08Z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