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08" r:id="rId1"/>
  </p:sldMasterIdLst>
  <p:notesMasterIdLst>
    <p:notesMasterId r:id="rId8"/>
  </p:notesMasterIdLst>
  <p:handoutMasterIdLst>
    <p:handoutMasterId r:id="rId9"/>
  </p:handoutMasterIdLst>
  <p:sldIdLst>
    <p:sldId id="907" r:id="rId2"/>
    <p:sldId id="964" r:id="rId3"/>
    <p:sldId id="965" r:id="rId4"/>
    <p:sldId id="966" r:id="rId5"/>
    <p:sldId id="962" r:id="rId6"/>
    <p:sldId id="963" r:id="rId7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CC"/>
    <a:srgbClr val="800000"/>
    <a:srgbClr val="FF0000"/>
    <a:srgbClr val="996633"/>
    <a:srgbClr val="CC6600"/>
    <a:srgbClr val="FF3300"/>
    <a:srgbClr val="FFFF99"/>
    <a:srgbClr val="DDDDDD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238" autoAdjust="0"/>
  </p:normalViewPr>
  <p:slideViewPr>
    <p:cSldViewPr snapToGrid="0">
      <p:cViewPr varScale="1">
        <p:scale>
          <a:sx n="91" d="100"/>
          <a:sy n="91" d="100"/>
        </p:scale>
        <p:origin x="826" y="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813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"/>
    </p:cViewPr>
  </p:sorterViewPr>
  <p:notesViewPr>
    <p:cSldViewPr snapToGrid="0">
      <p:cViewPr varScale="1">
        <p:scale>
          <a:sx n="51" d="100"/>
          <a:sy n="51" d="100"/>
        </p:scale>
        <p:origin x="-2994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</a:defRPr>
            </a:lvl1pPr>
          </a:lstStyle>
          <a:p>
            <a:fld id="{029B5DF7-A160-48B6-B5E7-6083A9C70A6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818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>
            <a:lvl1pPr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>
            <a:lvl1pPr algn="r"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b" anchorCtr="0" compatLnSpc="1">
            <a:prstTxWarp prst="textNoShape">
              <a:avLst/>
            </a:prstTxWarp>
          </a:bodyPr>
          <a:lstStyle>
            <a:lvl1pPr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b" anchorCtr="0" compatLnSpc="1">
            <a:prstTxWarp prst="textNoShape">
              <a:avLst/>
            </a:prstTxWarp>
          </a:bodyPr>
          <a:lstStyle>
            <a:lvl1pPr algn="r" defTabSz="955675" eaLnBrk="1" latinLnBrk="1" hangingPunct="1">
              <a:defRPr sz="1300" b="0">
                <a:latin typeface="굴림" pitchFamily="50" charset="-127"/>
              </a:defRPr>
            </a:lvl1pPr>
          </a:lstStyle>
          <a:p>
            <a:fld id="{007EA284-381E-441F-9F8E-5509160CBAD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7385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567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EA284-381E-441F-9F8E-5509160CBAD9}" type="slidenum">
              <a:rPr kumimoji="1" lang="en-US" altLang="ko-KR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5675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94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5517232"/>
            <a:ext cx="9144000" cy="1368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350" dirty="0"/>
          </a:p>
        </p:txBody>
      </p:sp>
      <p:sp>
        <p:nvSpPr>
          <p:cNvPr id="8" name="제목 13"/>
          <p:cNvSpPr>
            <a:spLocks noGrp="1"/>
          </p:cNvSpPr>
          <p:nvPr>
            <p:ph type="title"/>
          </p:nvPr>
        </p:nvSpPr>
        <p:spPr>
          <a:xfrm>
            <a:off x="251520" y="5709740"/>
            <a:ext cx="8229600" cy="1031628"/>
          </a:xfrm>
        </p:spPr>
        <p:txBody>
          <a:bodyPr/>
          <a:lstStyle>
            <a:lvl1pPr algn="l">
              <a:defRPr sz="3300" b="0">
                <a:solidFill>
                  <a:schemeClr val="bg1"/>
                </a:solidFill>
                <a:latin typeface="나눔손글씨 펜" pitchFamily="66" charset="-127"/>
                <a:ea typeface="나눔손글씨 펜" pitchFamily="66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3275856" y="5013176"/>
            <a:ext cx="822970" cy="260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TextBox 3"/>
          <p:cNvSpPr txBox="1"/>
          <p:nvPr userDrawn="1"/>
        </p:nvSpPr>
        <p:spPr>
          <a:xfrm>
            <a:off x="179514" y="3501008"/>
            <a:ext cx="3168352" cy="2016224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>
              <a:lnSpc>
                <a:spcPts val="4050"/>
              </a:lnSpc>
            </a:pP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b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endParaRPr lang="ko-KR" alt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0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3"/>
          <p:cNvSpPr>
            <a:spLocks noGrp="1"/>
          </p:cNvSpPr>
          <p:nvPr>
            <p:ph type="title"/>
          </p:nvPr>
        </p:nvSpPr>
        <p:spPr>
          <a:xfrm>
            <a:off x="1199976" y="2348880"/>
            <a:ext cx="5100216" cy="1031628"/>
          </a:xfrm>
        </p:spPr>
        <p:txBody>
          <a:bodyPr/>
          <a:lstStyle>
            <a:lvl1pPr algn="l">
              <a:defRPr sz="3300" b="0">
                <a:solidFill>
                  <a:schemeClr val="accent5">
                    <a:lumMod val="50000"/>
                  </a:schemeClr>
                </a:solidFill>
                <a:latin typeface="나눔손글씨 펜" pitchFamily="66" charset="-127"/>
                <a:ea typeface="나눔손글씨 펜" pitchFamily="66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6410942" y="3284984"/>
            <a:ext cx="465315" cy="49680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/>
          <p:cNvSpPr/>
          <p:nvPr userDrawn="1"/>
        </p:nvSpPr>
        <p:spPr>
          <a:xfrm>
            <a:off x="7219875" y="1939427"/>
            <a:ext cx="303684" cy="30302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직사각형 9"/>
          <p:cNvSpPr/>
          <p:nvPr userDrawn="1"/>
        </p:nvSpPr>
        <p:spPr>
          <a:xfrm>
            <a:off x="912346" y="2203146"/>
            <a:ext cx="5747891" cy="1328780"/>
          </a:xfrm>
          <a:prstGeom prst="rect">
            <a:avLst/>
          </a:pr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7" name="직사각형 16"/>
          <p:cNvSpPr/>
          <p:nvPr userDrawn="1"/>
        </p:nvSpPr>
        <p:spPr>
          <a:xfrm>
            <a:off x="6848475" y="1609727"/>
            <a:ext cx="511902" cy="46811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0EE4D-6C53-4FB9-B41A-DAFCE6CB5BF6}"/>
              </a:ext>
            </a:extLst>
          </p:cNvPr>
          <p:cNvSpPr txBox="1"/>
          <p:nvPr userDrawn="1"/>
        </p:nvSpPr>
        <p:spPr>
          <a:xfrm>
            <a:off x="844379" y="1536890"/>
            <a:ext cx="4392486" cy="613792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>
              <a:lnSpc>
                <a:spcPts val="4050"/>
              </a:lnSpc>
            </a:pP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ko-KR" alt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620688"/>
            <a:ext cx="73448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100" spc="-113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차례</a:t>
            </a:r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6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35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755576" y="1412776"/>
            <a:ext cx="7776864" cy="4680520"/>
          </a:xfrm>
        </p:spPr>
        <p:txBody>
          <a:bodyPr/>
          <a:lstStyle>
            <a:lvl1pPr marL="342892" indent="-342892">
              <a:buFont typeface="+mj-lt"/>
              <a:buAutoNum type="arabicPeriod"/>
              <a:defRPr sz="1500"/>
            </a:lvl1pPr>
            <a:lvl2pPr marL="407184" indent="-207164">
              <a:buClr>
                <a:schemeClr val="accent3">
                  <a:lumMod val="75000"/>
                </a:schemeClr>
              </a:buClr>
              <a:buFont typeface="나눔손글씨 펜" pitchFamily="66" charset="-127"/>
              <a:buChar char="→"/>
              <a:defRPr sz="1350">
                <a:latin typeface="나눔손글씨 펜" pitchFamily="66" charset="-127"/>
                <a:ea typeface="나눔손글씨 펜" pitchFamily="66" charset="-127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 둘째 수준</a:t>
            </a:r>
          </a:p>
        </p:txBody>
      </p:sp>
    </p:spTree>
    <p:extLst>
      <p:ext uri="{BB962C8B-B14F-4D97-AF65-F5344CB8AC3E}">
        <p14:creationId xmlns:p14="http://schemas.microsoft.com/office/powerpoint/2010/main" val="268618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6ADD276-CE77-4C41-A6E5-EC4630D7650D}"/>
              </a:ext>
            </a:extLst>
          </p:cNvPr>
          <p:cNvGrpSpPr/>
          <p:nvPr userDrawn="1"/>
        </p:nvGrpSpPr>
        <p:grpSpPr>
          <a:xfrm>
            <a:off x="0" y="768980"/>
            <a:ext cx="9144000" cy="0"/>
            <a:chOff x="0" y="669743"/>
            <a:chExt cx="9144000" cy="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80629C9-A7A7-4DCD-8E2A-E44D2CD9ED0E}"/>
                </a:ext>
              </a:extLst>
            </p:cNvPr>
            <p:cNvCxnSpPr/>
            <p:nvPr userDrawn="1"/>
          </p:nvCxnSpPr>
          <p:spPr>
            <a:xfrm>
              <a:off x="2124744" y="669743"/>
              <a:ext cx="2339752" cy="0"/>
            </a:xfrm>
            <a:prstGeom prst="line">
              <a:avLst/>
            </a:prstGeom>
            <a:noFill/>
            <a:ln w="762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F4CDCAA-CC01-4B2F-BEDD-88EED42CB0B6}"/>
                </a:ext>
              </a:extLst>
            </p:cNvPr>
            <p:cNvCxnSpPr/>
            <p:nvPr userDrawn="1"/>
          </p:nvCxnSpPr>
          <p:spPr>
            <a:xfrm>
              <a:off x="4464497" y="669743"/>
              <a:ext cx="2339752" cy="0"/>
            </a:xfrm>
            <a:prstGeom prst="line">
              <a:avLst/>
            </a:prstGeom>
            <a:noFill/>
            <a:ln w="76200" cap="flat" cmpd="sng" algn="ctr">
              <a:solidFill>
                <a:srgbClr val="1F497D">
                  <a:lumMod val="20000"/>
                  <a:lumOff val="80000"/>
                </a:srgbClr>
              </a:solidFill>
              <a:prstDash val="solid"/>
            </a:ln>
            <a:effectLst/>
          </p:spPr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02795E7-0373-43F7-B4F7-98DFF2E7D448}"/>
                </a:ext>
              </a:extLst>
            </p:cNvPr>
            <p:cNvCxnSpPr/>
            <p:nvPr userDrawn="1"/>
          </p:nvCxnSpPr>
          <p:spPr>
            <a:xfrm>
              <a:off x="6804248" y="669743"/>
              <a:ext cx="2339752" cy="0"/>
            </a:xfrm>
            <a:prstGeom prst="line">
              <a:avLst/>
            </a:prstGeom>
            <a:noFill/>
            <a:ln w="76200" cap="flat" cmpd="sng" algn="ctr">
              <a:solidFill>
                <a:srgbClr val="F2F2F8"/>
              </a:solidFill>
              <a:prstDash val="solid"/>
            </a:ln>
            <a:effectLst/>
          </p:spPr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A256AFB-A523-42CB-B181-7910BE15923E}"/>
                </a:ext>
              </a:extLst>
            </p:cNvPr>
            <p:cNvCxnSpPr/>
            <p:nvPr userDrawn="1"/>
          </p:nvCxnSpPr>
          <p:spPr>
            <a:xfrm>
              <a:off x="0" y="669743"/>
              <a:ext cx="2339752" cy="0"/>
            </a:xfrm>
            <a:prstGeom prst="line">
              <a:avLst/>
            </a:prstGeom>
            <a:noFill/>
            <a:ln w="76200" cap="flat" cmpd="sng" algn="ctr">
              <a:solidFill>
                <a:srgbClr val="1F497D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7C743CE9-335C-41F5-80A4-C58F5971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FF52A63-678C-4FE1-ACA9-6F0AEA5E64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24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8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800"/>
            </a:lvl3pPr>
            <a:lvl4pPr marL="607204" indent="-135728">
              <a:spcAft>
                <a:spcPts val="225"/>
              </a:spcAft>
              <a:buSzPct val="96000"/>
              <a:defRPr sz="1600"/>
            </a:lvl4pPr>
            <a:lvl5pPr marL="742931" indent="-135728"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39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8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9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40E4D8B6-27C6-4258-9B80-EDA486FA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56DD780-700F-4EDA-91AB-AE8E9D4C6F7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8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607204" indent="-135728">
              <a:spcAft>
                <a:spcPts val="225"/>
              </a:spcAft>
              <a:buSzPct val="96000"/>
              <a:defRPr sz="1200"/>
            </a:lvl4pPr>
            <a:lvl5pPr marL="742931" indent="-135728"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231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1610A46-E581-4FF7-95BD-D465BDDF7D5A}"/>
              </a:ext>
            </a:extLst>
          </p:cNvPr>
          <p:cNvGrpSpPr/>
          <p:nvPr userDrawn="1"/>
        </p:nvGrpSpPr>
        <p:grpSpPr>
          <a:xfrm>
            <a:off x="0" y="768980"/>
            <a:ext cx="9144000" cy="0"/>
            <a:chOff x="0" y="908051"/>
            <a:chExt cx="12192000" cy="0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832992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5952662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9072331" y="908051"/>
              <a:ext cx="3119669" cy="0"/>
            </a:xfrm>
            <a:prstGeom prst="line">
              <a:avLst/>
            </a:prstGeom>
            <a:ln w="76200">
              <a:solidFill>
                <a:schemeClr val="bg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5E1F25A-9609-4834-9F3B-F6CCF893F32B}"/>
              </a:ext>
            </a:extLst>
          </p:cNvPr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83265071-C929-4306-848C-8624621B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A393B8E-A3FA-4F38-8507-E1B7CF365D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8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607204" indent="-135728">
              <a:spcAft>
                <a:spcPts val="225"/>
              </a:spcAft>
              <a:buSzPct val="96000"/>
              <a:defRPr sz="1200"/>
            </a:lvl4pPr>
            <a:lvl5pPr marL="742931" indent="-135728"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861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본문- 일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234950" y="631825"/>
            <a:ext cx="8674100" cy="0"/>
          </a:xfrm>
          <a:prstGeom prst="line">
            <a:avLst/>
          </a:prstGeom>
          <a:noFill/>
          <a:ln w="28575" cmpd="thinThick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" name="Line 10"/>
          <p:cNvSpPr>
            <a:spLocks noChangeShapeType="1"/>
          </p:cNvSpPr>
          <p:nvPr userDrawn="1"/>
        </p:nvSpPr>
        <p:spPr bwMode="auto">
          <a:xfrm>
            <a:off x="273906" y="6410325"/>
            <a:ext cx="85961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7671" y="714356"/>
            <a:ext cx="8548659" cy="5594964"/>
          </a:xfrm>
        </p:spPr>
        <p:txBody>
          <a:bodyPr/>
          <a:lstStyle>
            <a:lvl1pPr>
              <a:lnSpc>
                <a:spcPct val="150000"/>
              </a:lnSpc>
              <a:buFont typeface="Wingdings" pitchFamily="2" charset="2"/>
              <a:buChar char="v"/>
              <a:defRPr sz="2000" b="1"/>
            </a:lvl1pPr>
            <a:lvl2pPr marL="628650" indent="-266700">
              <a:lnSpc>
                <a:spcPct val="150000"/>
              </a:lnSpc>
              <a:buFont typeface="맑은 고딕" pitchFamily="50" charset="-127"/>
              <a:buChar char="-"/>
              <a:defRPr sz="1800"/>
            </a:lvl2pPr>
            <a:lvl3pPr marL="987425" indent="-268288">
              <a:lnSpc>
                <a:spcPct val="150000"/>
              </a:lnSpc>
              <a:buFont typeface="Wingdings" pitchFamily="2" charset="2"/>
              <a:buChar char="ü"/>
              <a:defRPr sz="1800">
                <a:solidFill>
                  <a:srgbClr val="0000CC"/>
                </a:solidFill>
              </a:defRPr>
            </a:lvl3pPr>
            <a:lvl4pPr marL="1254125" indent="-265113"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v"/>
              <a:defRPr sz="2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 수준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214282" y="0"/>
            <a:ext cx="7188200" cy="620713"/>
          </a:xfrm>
        </p:spPr>
        <p:txBody>
          <a:bodyPr/>
          <a:lstStyle>
            <a:lvl1pPr algn="l">
              <a:defRPr sz="2400">
                <a:solidFill>
                  <a:schemeClr val="accent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453188"/>
            <a:ext cx="2133600" cy="404812"/>
          </a:xfrm>
        </p:spPr>
        <p:txBody>
          <a:bodyPr anchor="b"/>
          <a:lstStyle>
            <a:lvl1pPr algn="r">
              <a:defRPr/>
            </a:lvl1pPr>
          </a:lstStyle>
          <a:p>
            <a:fld id="{DCB04513-4967-41A0-A617-A892DA116575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1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1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75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50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25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fld id="{26F96D2C-968B-4D82-9432-F9D4FB76F3D6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슬라이드 번호 개체 틀 10">
            <a:extLst>
              <a:ext uri="{FF2B5EF4-FFF2-40B4-BE49-F238E27FC236}">
                <a16:creationId xmlns:a16="http://schemas.microsoft.com/office/drawing/2014/main" id="{F9DAEF82-3923-4964-B1DC-CAF1E34C7C8F}"/>
              </a:ext>
            </a:extLst>
          </p:cNvPr>
          <p:cNvSpPr txBox="1">
            <a:spLocks/>
          </p:cNvSpPr>
          <p:nvPr/>
        </p:nvSpPr>
        <p:spPr>
          <a:xfrm>
            <a:off x="8686800" y="6525349"/>
            <a:ext cx="457200" cy="33265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16F3F38-2CD8-4BF4-9F2D-91FBEF0475AD}" type="slidenum">
              <a:rPr lang="en-US" altLang="ko-KR" sz="1350" smtClean="0"/>
              <a:pPr algn="r">
                <a:defRPr/>
              </a:pPr>
              <a:t>‹#›</a:t>
            </a:fld>
            <a:endParaRPr lang="en-US" altLang="ko-KR" sz="1350" dirty="0"/>
          </a:p>
        </p:txBody>
      </p:sp>
    </p:spTree>
    <p:extLst>
      <p:ext uri="{BB962C8B-B14F-4D97-AF65-F5344CB8AC3E}">
        <p14:creationId xmlns:p14="http://schemas.microsoft.com/office/powerpoint/2010/main" val="233076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7" r:id="rId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42892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685783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028675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371566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57168" indent="-257168" algn="l" rtl="0" eaLnBrk="1" fontAlgn="base" latinLnBrk="1" hangingPunct="1">
        <a:lnSpc>
          <a:spcPct val="120000"/>
        </a:lnSpc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B292C-FBBD-4FCE-B33E-42235E69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 </a:t>
            </a:r>
            <a:r>
              <a:rPr lang="ko-KR" altLang="en-US" dirty="0"/>
              <a:t>강의</a:t>
            </a:r>
            <a:r>
              <a:rPr lang="en-US" altLang="ko-KR" dirty="0"/>
              <a:t>: </a:t>
            </a:r>
            <a:r>
              <a:rPr lang="ko-KR" altLang="en-US" dirty="0"/>
              <a:t>공공데이터</a:t>
            </a:r>
            <a:r>
              <a:rPr lang="en-US" altLang="ko-KR" dirty="0"/>
              <a:t>, </a:t>
            </a:r>
            <a:r>
              <a:rPr lang="ko-KR" altLang="en-US" dirty="0" err="1"/>
              <a:t>데이콘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A0D89-2A76-40EA-A5B8-238E73B7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data.seoul.go.kr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89142-C5AC-4B32-BAC2-F42BF31BB01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634DCA-49B4-492E-901D-4C5B37DE1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26" y="883975"/>
            <a:ext cx="4921209" cy="533773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9A1CCCC-DB85-4D78-9D12-4FC8BEC4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900" y="1348456"/>
            <a:ext cx="4921208" cy="533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225A1-1DF4-49C3-BD4A-0300B92E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data.go.kr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295FB-4465-4DE1-BB2F-529CDF7821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757B64-4A1A-45DE-BE8B-18AADF07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7" y="940768"/>
            <a:ext cx="4850362" cy="48149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A3E24E-B6A3-4A44-B0C8-4A19C6A3D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22" y="2278595"/>
            <a:ext cx="4382767" cy="435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6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F200A-1946-47D8-9368-1E2BA4C3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453AF-10D0-497C-AA9C-7B8CD1F0244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누구나 </a:t>
            </a:r>
            <a:endParaRPr lang="en-US" altLang="ko-KR" dirty="0"/>
          </a:p>
          <a:p>
            <a:pPr lvl="1"/>
            <a:r>
              <a:rPr lang="ko-KR" altLang="en-US" dirty="0"/>
              <a:t>다운로드 가능</a:t>
            </a:r>
            <a:endParaRPr lang="en-US" altLang="ko-KR" dirty="0"/>
          </a:p>
          <a:p>
            <a:pPr lvl="1"/>
            <a:r>
              <a:rPr lang="ko-KR" altLang="en-US" dirty="0"/>
              <a:t>자유롭게 활용</a:t>
            </a:r>
          </a:p>
        </p:txBody>
      </p:sp>
    </p:spTree>
    <p:extLst>
      <p:ext uri="{BB962C8B-B14F-4D97-AF65-F5344CB8AC3E}">
        <p14:creationId xmlns:p14="http://schemas.microsoft.com/office/powerpoint/2010/main" val="21506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C4410-DA1C-4916-9466-4045B830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dacon.io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A1D24-3869-4E15-A688-66D7F386C58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E678D1-3BB6-4069-8EA9-EDD102FE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756" y="903216"/>
            <a:ext cx="5547179" cy="576373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79A5EB-DBA4-42D4-AF50-A07BDBDC2625}"/>
              </a:ext>
            </a:extLst>
          </p:cNvPr>
          <p:cNvSpPr/>
          <p:nvPr/>
        </p:nvSpPr>
        <p:spPr>
          <a:xfrm>
            <a:off x="3463436" y="144016"/>
            <a:ext cx="3752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https://www.dacon.io/</a:t>
            </a:r>
          </a:p>
        </p:txBody>
      </p:sp>
    </p:spTree>
    <p:extLst>
      <p:ext uri="{BB962C8B-B14F-4D97-AF65-F5344CB8AC3E}">
        <p14:creationId xmlns:p14="http://schemas.microsoft.com/office/powerpoint/2010/main" val="14974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DE1D8-46CD-461D-8469-1F7698A1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 경진 대회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9A5F6-B289-4667-B5EC-A5BC62FE025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국외</a:t>
            </a:r>
            <a:r>
              <a:rPr lang="en-US" altLang="ko-KR" dirty="0"/>
              <a:t>-Kaggle, </a:t>
            </a:r>
            <a:r>
              <a:rPr lang="ko-KR" altLang="en-US" dirty="0"/>
              <a:t>국내</a:t>
            </a:r>
            <a:r>
              <a:rPr lang="en-US" altLang="ko-KR" dirty="0"/>
              <a:t>-</a:t>
            </a:r>
            <a:r>
              <a:rPr lang="en-US" altLang="ko-KR" dirty="0" err="1"/>
              <a:t>dacon</a:t>
            </a:r>
            <a:endParaRPr lang="en-US" altLang="ko-KR" dirty="0"/>
          </a:p>
          <a:p>
            <a:r>
              <a:rPr lang="ko-KR" altLang="en-US" dirty="0"/>
              <a:t>참가 신청 </a:t>
            </a:r>
            <a:endParaRPr lang="en-US" altLang="ko-KR" dirty="0"/>
          </a:p>
          <a:p>
            <a:r>
              <a:rPr lang="ko-KR" altLang="en-US" dirty="0"/>
              <a:t>결과 제출</a:t>
            </a:r>
            <a:endParaRPr lang="en-US" altLang="ko-KR" dirty="0"/>
          </a:p>
          <a:p>
            <a:pPr lvl="1"/>
            <a:r>
              <a:rPr lang="ko-KR" altLang="en-US" dirty="0"/>
              <a:t>수시 제출 </a:t>
            </a:r>
            <a:endParaRPr lang="en-US" altLang="ko-KR" dirty="0"/>
          </a:p>
          <a:p>
            <a:pPr lvl="1"/>
            <a:r>
              <a:rPr lang="ko-KR" altLang="en-US" dirty="0"/>
              <a:t>자동 채점 및 순위 결정  </a:t>
            </a:r>
            <a:endParaRPr lang="en-US" altLang="ko-KR" dirty="0"/>
          </a:p>
          <a:p>
            <a:r>
              <a:rPr lang="ko-KR" altLang="en-US" dirty="0"/>
              <a:t>마감 후 </a:t>
            </a:r>
            <a:endParaRPr lang="en-US" altLang="ko-KR" dirty="0"/>
          </a:p>
          <a:p>
            <a:pPr lvl="1"/>
            <a:r>
              <a:rPr lang="ko-KR" altLang="en-US" dirty="0"/>
              <a:t>입상</a:t>
            </a:r>
            <a:r>
              <a:rPr lang="en-US" altLang="ko-KR" dirty="0"/>
              <a:t>, </a:t>
            </a:r>
            <a:r>
              <a:rPr lang="ko-KR" altLang="en-US" dirty="0"/>
              <a:t>순위 발표</a:t>
            </a:r>
            <a:endParaRPr lang="en-US" altLang="ko-KR" dirty="0"/>
          </a:p>
          <a:p>
            <a:pPr lvl="1"/>
            <a:r>
              <a:rPr lang="ko-KR" altLang="en-US" dirty="0"/>
              <a:t>참여</a:t>
            </a:r>
            <a:r>
              <a:rPr lang="en-US" altLang="ko-KR" dirty="0"/>
              <a:t>, </a:t>
            </a:r>
            <a:r>
              <a:rPr lang="ko-KR" altLang="en-US" dirty="0"/>
              <a:t>입상 시 이력서 포함 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학년 설계 과목 수강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학기중에는 과정을 정리 하여 주차별로 발표 </a:t>
            </a:r>
            <a:endParaRPr lang="en-US" altLang="ko-KR" dirty="0"/>
          </a:p>
          <a:p>
            <a:pPr lvl="1"/>
            <a:r>
              <a:rPr lang="ko-KR" altLang="en-US" dirty="0"/>
              <a:t>사전</a:t>
            </a:r>
            <a:r>
              <a:rPr lang="en-US" altLang="ko-KR" dirty="0"/>
              <a:t> </a:t>
            </a:r>
            <a:r>
              <a:rPr lang="ko-KR" altLang="en-US" dirty="0"/>
              <a:t>상담 필요</a:t>
            </a:r>
            <a:r>
              <a:rPr lang="en-US" altLang="ko-KR" dirty="0"/>
              <a:t>-</a:t>
            </a:r>
            <a:r>
              <a:rPr lang="ko-KR" altLang="en-US" dirty="0"/>
              <a:t>설명 자료 준비</a:t>
            </a:r>
            <a:endParaRPr lang="en-US" altLang="ko-KR" dirty="0"/>
          </a:p>
          <a:p>
            <a:pPr lvl="1"/>
            <a:r>
              <a:rPr lang="en-US" altLang="ko-KR" dirty="0"/>
              <a:t>2~3</a:t>
            </a:r>
            <a:r>
              <a:rPr lang="ko-KR" altLang="en-US" dirty="0"/>
              <a:t>팀 </a:t>
            </a:r>
            <a:r>
              <a:rPr lang="ko-KR" altLang="en-US"/>
              <a:t>정도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98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DS202-template0907</Template>
  <TotalTime>34494</TotalTime>
  <Words>95</Words>
  <Application>Microsoft Office PowerPoint</Application>
  <PresentationFormat>화면 슬라이드 쇼(4:3)</PresentationFormat>
  <Paragraphs>26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나눔손글씨 펜</vt:lpstr>
      <vt:lpstr>맑은 고딕</vt:lpstr>
      <vt:lpstr>Arial</vt:lpstr>
      <vt:lpstr>Tahoma</vt:lpstr>
      <vt:lpstr>Wingdings</vt:lpstr>
      <vt:lpstr>1_Office 테마</vt:lpstr>
      <vt:lpstr>R 강의: 공공데이터, 데이콘 </vt:lpstr>
      <vt:lpstr>data.seoul.go.kr</vt:lpstr>
      <vt:lpstr>data.go.kr</vt:lpstr>
      <vt:lpstr>공공 데이터</vt:lpstr>
      <vt:lpstr>dacon.io</vt:lpstr>
      <vt:lpstr>데이터 분석 경진 대회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데이터분석을 통한 고객관리전략</dc:title>
  <dc:creator>jslee</dc:creator>
  <cp:lastModifiedBy>온승엽 소프트웨어학과(교수)</cp:lastModifiedBy>
  <cp:revision>1657</cp:revision>
  <dcterms:created xsi:type="dcterms:W3CDTF">2008-03-11T01:10:59Z</dcterms:created>
  <dcterms:modified xsi:type="dcterms:W3CDTF">2020-11-11T05:22:38Z</dcterms:modified>
</cp:coreProperties>
</file>