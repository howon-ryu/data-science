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5" r:id="rId6"/>
    <p:sldId id="289" r:id="rId7"/>
    <p:sldId id="278" r:id="rId8"/>
    <p:sldId id="290" r:id="rId9"/>
    <p:sldId id="287" r:id="rId10"/>
    <p:sldId id="291" r:id="rId11"/>
    <p:sldId id="292" r:id="rId12"/>
    <p:sldId id="281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3595" autoAdjust="0"/>
  </p:normalViewPr>
  <p:slideViewPr>
    <p:cSldViewPr snapToGrid="0">
      <p:cViewPr varScale="1">
        <p:scale>
          <a:sx n="58" d="100"/>
          <a:sy n="58" d="100"/>
        </p:scale>
        <p:origin x="138" y="1254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28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6D8153-055E-4B21-A8DE-5D95B2BF603A}" type="datetime1">
              <a:rPr lang="ko-KR" altLang="en-US" smtClean="0">
                <a:latin typeface="+mj-ea"/>
                <a:ea typeface="+mj-ea"/>
              </a:rPr>
              <a:t>2022-05-03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8A06BE-7519-4B21-9E1D-AE6D6E69C38F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670DEEF6-2D4E-41F7-BA79-1547707A3C30}" type="datetime1">
              <a:rPr lang="ko-KR" altLang="en-US" smtClean="0"/>
              <a:pPr/>
              <a:t>2022-05-03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A9B2C62-FE30-453D-946B-754E9E42C845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ko-KR" altLang="en-US"/>
              <a:t>줄 간격 </a:t>
            </a:r>
            <a:r>
              <a:rPr lang="en-US" altLang="ko-KR"/>
              <a:t>+ </a:t>
            </a:r>
            <a:r>
              <a:rPr lang="ko-KR" altLang="en-US"/>
              <a:t>페이지 번호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A9B2C62-FE30-453D-946B-754E9E42C845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77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309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92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305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364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92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82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en-US" altLang="ko-KR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48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8700" y="5078187"/>
            <a:ext cx="3222058" cy="964620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그림 개체 틀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안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8050" y="2000250"/>
            <a:ext cx="4667250" cy="3398837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날짜 개체 틀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13F1C87-C6F6-424B-BC37-EA977585DE2B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36" name="슬라이드 번호 개체 틀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마스터 제목 스타일 편집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요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01</a:t>
            </a: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0130" y="2009775"/>
            <a:ext cx="3924300" cy="4391025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0" name="날짜 개체 틀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38C3619-C2FB-43AF-9DBF-1519FAE54AED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02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클릭하여 마스터 편집</a:t>
            </a:r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 및 그래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F031306-8634-4DBA-B868-8C7BB8080440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5E8724D-9EF3-462E-8F95-DF4CF3533E5E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pic>
        <p:nvPicPr>
          <p:cNvPr id="4" name="그림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rtlCol="0"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간 표시줄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날짜 개체 틀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8EBFB41-3AD6-4D45-B5FC-A1AB92E3CFDF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54075" y="1625600"/>
            <a:ext cx="10499725" cy="48609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개체 틀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01</a:t>
            </a:r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2" name="그림 개체 틀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3" name="그림 개체 틀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4" name="그림 개체 틀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5" name="그림 개체 틀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30" name="날짜 개체 틀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659C0A0-FB6D-4B5B-B8E3-45299AFED68E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마스터 제목 스타일 편집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이름</a:t>
            </a:r>
          </a:p>
          <a:p>
            <a:pPr lvl="0" rtl="0"/>
            <a:r>
              <a:rPr lang="ko-KR" altLang="en-US" noProof="0"/>
              <a:t>제목</a:t>
            </a:r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이름</a:t>
            </a:r>
          </a:p>
          <a:p>
            <a:pPr lvl="0" rtl="0"/>
            <a:r>
              <a:rPr lang="ko-KR" altLang="en-US" noProof="0"/>
              <a:t>제목</a:t>
            </a: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이름</a:t>
            </a:r>
          </a:p>
          <a:p>
            <a:pPr lvl="0" rtl="0"/>
            <a:r>
              <a:rPr lang="ko-KR" altLang="en-US" noProof="0"/>
              <a:t>제목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이름</a:t>
            </a:r>
          </a:p>
          <a:p>
            <a:pPr lvl="0" rtl="0"/>
            <a:r>
              <a:rPr lang="ko-KR" altLang="en-US" noProof="0"/>
              <a:t>제목</a:t>
            </a:r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이름</a:t>
            </a:r>
          </a:p>
          <a:p>
            <a:pPr lvl="0" rtl="0"/>
            <a:r>
              <a:rPr lang="ko-KR" altLang="en-US" noProof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1 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 rtlCol="0">
            <a:normAutofit/>
          </a:bodyPr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sz="1600" noProof="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마스터 텍스트 스타일을 편집하려면 클릭</a:t>
            </a:r>
          </a:p>
        </p:txBody>
      </p:sp>
      <p:sp>
        <p:nvSpPr>
          <p:cNvPr id="17" name="날짜 개체 틀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D940F53-3AD2-4A23-BD5B-DAD8E8328D54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rtl="0"/>
            <a:r>
              <a:rPr lang="ko-KR" altLang="en-US" noProof="0"/>
              <a:t>제목을 추가하려면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3 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0" i="0" u="none" strike="noStrike" kern="1200" cap="none" spc="0" normalizeH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텍스트 삽입</a:t>
            </a:r>
            <a:endParaRPr lang="ko-KR" alt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0" i="0" u="none" strike="noStrike" kern="1200" cap="none" spc="0" normalizeH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텍스트 삽입</a:t>
            </a:r>
            <a:endParaRPr lang="ko-KR" alt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0" i="0" u="none" strike="noStrike" kern="1200" cap="none" spc="0" normalizeH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텍스트 삽입</a:t>
            </a:r>
            <a:endParaRPr lang="ko-KR" alt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날짜 개체 틀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27140C-48BF-4DC0-82FC-51E08802436A}" type="datetime1">
              <a:rPr lang="ko-KR" altLang="en-US" smtClean="0"/>
              <a:t>2022-05-03</a:t>
            </a:fld>
            <a:endParaRPr lang="ko-KR" altLang="en-US" dirty="0"/>
          </a:p>
        </p:txBody>
      </p:sp>
      <p:sp>
        <p:nvSpPr>
          <p:cNvPr id="25" name="슬라이드 번호 개체 틀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제목을 추가하려면 클릭하세요</a:t>
            </a:r>
            <a:r>
              <a:rPr lang="en-US" altLang="ko-KR" dirty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요약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날짜 개체 틀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AF0530-E1D1-411E-8BE5-C5533D8078A4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rtl="0"/>
            <a:r>
              <a:rPr lang="ko-KR" altLang="en-US" noProof="0"/>
              <a:t>제목을 추가하려면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락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1" name="텍스트 개체 틀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01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0130" y="2009776"/>
            <a:ext cx="3924300" cy="2849562"/>
          </a:xfrm>
        </p:spPr>
        <p:txBody>
          <a:bodyPr rtlCol="0"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813" y="5067300"/>
            <a:ext cx="3913187" cy="1319213"/>
          </a:xfrm>
        </p:spPr>
        <p:txBody>
          <a:bodyPr rtlCol="0"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날짜 개체 틀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EC86007-3E13-4E2A-8CC5-49E67E4096E9}" type="datetime1">
              <a:rPr lang="ko-KR" altLang="en-US" smtClean="0"/>
              <a:t>2022-05-03</a:t>
            </a:fld>
            <a:endParaRPr lang="ko-KR" altLang="en-US"/>
          </a:p>
        </p:txBody>
      </p:sp>
      <p:sp>
        <p:nvSpPr>
          <p:cNvPr id="21" name="슬라이드 번호 개체 틀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noProof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708AF9-FDCB-4244-92FE-68DE3E08E412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2022-05-03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" y="1186559"/>
            <a:ext cx="7115695" cy="2242441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4000" dirty="0"/>
              <a:t>DS </a:t>
            </a:r>
            <a:r>
              <a:rPr lang="ko-KR" altLang="en-US" sz="4000" dirty="0"/>
              <a:t>앙상블 모델 및 성능 평가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2018125020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ko-KR" altLang="en-US" dirty="0"/>
              <a:t>류호원</a:t>
            </a:r>
            <a:r>
              <a:rPr lang="en-US" altLang="ko-KR" dirty="0"/>
              <a:t>(</a:t>
            </a:r>
            <a:r>
              <a:rPr lang="ko-KR" altLang="en-US" dirty="0"/>
              <a:t>소프트웨어학과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개체 틀 9" descr="강조하는 잎이 있는 테이블 위의 뷰티 제품">
            <a:extLst>
              <a:ext uri="{FF2B5EF4-FFF2-40B4-BE49-F238E27FC236}">
                <a16:creationId xmlns:a16="http://schemas.microsoft.com/office/drawing/2014/main" id="{989DB536-6819-4D2C-B0DB-D6649F94F6C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0113" y="0"/>
            <a:ext cx="4941887" cy="5726113"/>
          </a:xfr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목차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81825" y="2765020"/>
            <a:ext cx="4667250" cy="3398837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  A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예제 분석</a:t>
            </a:r>
          </a:p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앙상블 모델 만들기</a:t>
            </a:r>
          </a:p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03 </a:t>
            </a:r>
            <a:r>
              <a:rPr lang="ko-KR" altLang="en-US" dirty="0"/>
              <a:t>성능 평가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04  B </a:t>
            </a:r>
            <a:r>
              <a:rPr lang="ko-KR" altLang="en-US" dirty="0"/>
              <a:t>성능 비교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BB4E3CBB-6F9C-4D15-8D60-5A61CA180423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2022-05-03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err="1"/>
              <a:t>전처리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053" y="2123255"/>
            <a:ext cx="5055870" cy="1333501"/>
          </a:xfrm>
        </p:spPr>
        <p:txBody>
          <a:bodyPr rtlCol="0">
            <a:normAutofit fontScale="92500"/>
          </a:bodyPr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Blood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donor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suspect Blood Donor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donor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ko-KR" altLang="en-US" dirty="0" err="1"/>
              <a:t>그외</a:t>
            </a:r>
            <a:r>
              <a:rPr lang="ko-KR" altLang="en-US" dirty="0"/>
              <a:t> </a:t>
            </a:r>
            <a:r>
              <a:rPr lang="en-US" altLang="ko-KR" dirty="0"/>
              <a:t>Hepatitis</a:t>
            </a:r>
            <a:r>
              <a:rPr lang="ko-KR" altLang="en-US" dirty="0"/>
              <a:t>와 </a:t>
            </a:r>
            <a:r>
              <a:rPr lang="en-US" altLang="ko-KR" dirty="0"/>
              <a:t>Fibrosis</a:t>
            </a:r>
            <a:r>
              <a:rPr lang="ko-KR" altLang="en-US" dirty="0"/>
              <a:t>는</a:t>
            </a:r>
            <a:r>
              <a:rPr lang="en-US" altLang="ko-KR" dirty="0"/>
              <a:t> no</a:t>
            </a:r>
            <a:r>
              <a:rPr lang="ko-KR" altLang="en-US" dirty="0"/>
              <a:t>로 변환</a:t>
            </a:r>
            <a:endParaRPr lang="en-US" altLang="ko-KR" dirty="0"/>
          </a:p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수치형으로 남자면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여자면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저장하였다</a:t>
            </a:r>
          </a:p>
        </p:txBody>
      </p:sp>
      <p:sp>
        <p:nvSpPr>
          <p:cNvPr id="34" name="날짜 개체 틀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ABE1ABE8-DA18-4048-9BF8-79D430D49BB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2022-05-03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CC61E-FB48-1432-8738-E9D9FC6C7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41" y="4062360"/>
            <a:ext cx="96393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8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ko-KR" altLang="en-US" dirty="0"/>
              <a:t>제 분석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1333501"/>
          </a:xfrm>
        </p:spPr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예제에서는 우선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Ensembledata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blender, test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데이터 셋을 나누었다</a:t>
            </a:r>
          </a:p>
        </p:txBody>
      </p:sp>
      <p:sp>
        <p:nvSpPr>
          <p:cNvPr id="34" name="날짜 개체 틀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ABE1ABE8-DA18-4048-9BF8-79D430D49BB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2022-05-03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E5DBAC9-391E-A478-C9F6-AD869D1F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57" y="1800225"/>
            <a:ext cx="5581650" cy="1628775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B8AB05A9-22FD-0392-763C-DABF576116AF}"/>
              </a:ext>
            </a:extLst>
          </p:cNvPr>
          <p:cNvSpPr txBox="1">
            <a:spLocks/>
          </p:cNvSpPr>
          <p:nvPr/>
        </p:nvSpPr>
        <p:spPr>
          <a:xfrm>
            <a:off x="1040130" y="3660338"/>
            <a:ext cx="3924300" cy="1333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우선 일반 트레인 데이터로 예측모델은 만들고 예측을 진행한다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DA93869-046C-B07B-CAF9-B61D4290D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229681"/>
            <a:ext cx="9039225" cy="13430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3B9BFC-62CA-2C3F-AE70-A29B28F19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8412" y="4573740"/>
            <a:ext cx="1809750" cy="20050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B608B82-DC8F-75C4-5B61-B35D4EF10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824" y="4469586"/>
            <a:ext cx="65151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41" y="25101"/>
            <a:ext cx="3935647" cy="1340615"/>
          </a:xfrm>
        </p:spPr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ko-KR" altLang="en-US" dirty="0"/>
              <a:t>제 분석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918" y="1482519"/>
            <a:ext cx="3924300" cy="1333501"/>
          </a:xfrm>
        </p:spPr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다음으로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gbm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rpart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treebag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다른 기법을 사용한 모델을 만들어서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base model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만든다</a:t>
            </a:r>
          </a:p>
        </p:txBody>
      </p:sp>
      <p:sp>
        <p:nvSpPr>
          <p:cNvPr id="34" name="날짜 개체 틀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ABE1ABE8-DA18-4048-9BF8-79D430D49BB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2022-05-03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6F23A0-7685-9294-AE23-24D003D8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1" y="2962275"/>
            <a:ext cx="8801100" cy="933450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53DD9B3-45A2-1253-62AD-4A256E2E5089}"/>
              </a:ext>
            </a:extLst>
          </p:cNvPr>
          <p:cNvSpPr txBox="1">
            <a:spLocks/>
          </p:cNvSpPr>
          <p:nvPr/>
        </p:nvSpPr>
        <p:spPr>
          <a:xfrm>
            <a:off x="631604" y="3838424"/>
            <a:ext cx="3924300" cy="1333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그 모델들을 바탕으로 각각 예측을 진행하고 셋을 합친 </a:t>
            </a:r>
            <a:r>
              <a:rPr lang="en-US" altLang="ko-KR" dirty="0" err="1"/>
              <a:t>final_blender_model</a:t>
            </a:r>
            <a:r>
              <a:rPr lang="ko-KR" altLang="en-US" dirty="0"/>
              <a:t>을 만든다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FA5E2D-4A88-B1A0-7E9A-1978491EC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04" y="5068500"/>
            <a:ext cx="90297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9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B74BB8A-7BAA-4A6E-9CC4-CB382C68D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9227" y="214183"/>
            <a:ext cx="3328497" cy="1111250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02,03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055465-EA9F-436E-A0C3-64912E0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69" y="769808"/>
            <a:ext cx="6674802" cy="65532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Bagging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D12FD7-F841-EA63-8169-0141E019C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69" y="1980753"/>
            <a:ext cx="5514975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EFFB39-75EB-CF34-E214-5A7EF588A766}"/>
              </a:ext>
            </a:extLst>
          </p:cNvPr>
          <p:cNvSpPr txBox="1"/>
          <p:nvPr/>
        </p:nvSpPr>
        <p:spPr>
          <a:xfrm>
            <a:off x="7716902" y="2505670"/>
            <a:ext cx="3649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결측치를</a:t>
            </a:r>
            <a:r>
              <a:rPr lang="ko-KR" altLang="en-US" dirty="0"/>
              <a:t> 없앤 다음</a:t>
            </a:r>
            <a:endParaRPr lang="en-US" altLang="ko-KR" dirty="0"/>
          </a:p>
          <a:p>
            <a:r>
              <a:rPr lang="en-US" altLang="ko-KR" dirty="0"/>
              <a:t>10</a:t>
            </a:r>
            <a:r>
              <a:rPr lang="ko-KR" altLang="en-US" dirty="0"/>
              <a:t>개의 </a:t>
            </a:r>
            <a:r>
              <a:rPr lang="en-US" altLang="ko-KR" dirty="0" err="1"/>
              <a:t>basemodel</a:t>
            </a:r>
            <a:r>
              <a:rPr lang="ko-KR" altLang="en-US" dirty="0"/>
              <a:t>에 대한</a:t>
            </a:r>
            <a:endParaRPr lang="en-US" altLang="ko-KR" dirty="0"/>
          </a:p>
          <a:p>
            <a:r>
              <a:rPr lang="en-US" altLang="ko-KR" dirty="0"/>
              <a:t>Bagging</a:t>
            </a:r>
            <a:r>
              <a:rPr lang="ko-KR" altLang="en-US" dirty="0"/>
              <a:t>을 진행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5565E5-4C29-C937-BEB7-100E2744F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68" y="4065920"/>
            <a:ext cx="5270031" cy="23112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222478-9CA7-58DB-CB16-45E0CFAC76F8}"/>
              </a:ext>
            </a:extLst>
          </p:cNvPr>
          <p:cNvSpPr txBox="1"/>
          <p:nvPr/>
        </p:nvSpPr>
        <p:spPr>
          <a:xfrm>
            <a:off x="7500771" y="4898384"/>
            <a:ext cx="3649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모델에 대해 </a:t>
            </a:r>
            <a:r>
              <a:rPr lang="en-US" altLang="ko-KR" dirty="0"/>
              <a:t>roc</a:t>
            </a:r>
            <a:r>
              <a:rPr lang="ko-KR" altLang="en-US" dirty="0"/>
              <a:t>곡선을 만들고</a:t>
            </a:r>
            <a:endParaRPr lang="en-US" altLang="ko-KR" dirty="0"/>
          </a:p>
          <a:p>
            <a:r>
              <a:rPr lang="en-US" altLang="ko-KR" dirty="0" err="1"/>
              <a:t>Auc</a:t>
            </a:r>
            <a:r>
              <a:rPr lang="en-US" altLang="ko-KR" dirty="0"/>
              <a:t> </a:t>
            </a:r>
            <a:r>
              <a:rPr lang="ko-KR" altLang="en-US" dirty="0"/>
              <a:t>성능 평가</a:t>
            </a:r>
          </a:p>
        </p:txBody>
      </p:sp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B74BB8A-7BAA-4A6E-9CC4-CB382C68D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9227" y="214183"/>
            <a:ext cx="3112366" cy="1111250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02,03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055465-EA9F-436E-A0C3-64912E0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69" y="769808"/>
            <a:ext cx="6674802" cy="65532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Bagging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만들기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FFB39-75EB-CF34-E214-5A7EF588A766}"/>
              </a:ext>
            </a:extLst>
          </p:cNvPr>
          <p:cNvSpPr txBox="1"/>
          <p:nvPr/>
        </p:nvSpPr>
        <p:spPr>
          <a:xfrm>
            <a:off x="7500771" y="5526539"/>
            <a:ext cx="364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Auc</a:t>
            </a:r>
            <a:r>
              <a:rPr lang="en-US" altLang="ko-KR" dirty="0"/>
              <a:t> </a:t>
            </a:r>
            <a:r>
              <a:rPr lang="ko-KR" altLang="en-US" dirty="0"/>
              <a:t>성능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22478-9CA7-58DB-CB16-45E0CFAC76F8}"/>
              </a:ext>
            </a:extLst>
          </p:cNvPr>
          <p:cNvSpPr txBox="1"/>
          <p:nvPr/>
        </p:nvSpPr>
        <p:spPr>
          <a:xfrm>
            <a:off x="2164000" y="5526539"/>
            <a:ext cx="364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Roc </a:t>
            </a:r>
            <a:r>
              <a:rPr lang="ko-KR" altLang="en-US" dirty="0"/>
              <a:t>곡선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8816C7-2B1B-0645-2E35-AFCB0F92E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24" y="1868617"/>
            <a:ext cx="3419475" cy="33990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4BC4C3-99BB-1710-1704-4C76F706A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771" y="5110553"/>
            <a:ext cx="22669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1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B74BB8A-7BAA-4A6E-9CC4-CB382C68D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9227" y="214183"/>
            <a:ext cx="3095740" cy="1111250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02,03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055465-EA9F-436E-A0C3-64912E0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69" y="769808"/>
            <a:ext cx="6674802" cy="65532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Boosting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만들기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22478-9CA7-58DB-CB16-45E0CFAC76F8}"/>
              </a:ext>
            </a:extLst>
          </p:cNvPr>
          <p:cNvSpPr txBox="1"/>
          <p:nvPr/>
        </p:nvSpPr>
        <p:spPr>
          <a:xfrm>
            <a:off x="610545" y="5623433"/>
            <a:ext cx="4061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부스팅</a:t>
            </a:r>
            <a:r>
              <a:rPr lang="ko-KR" altLang="en-US" dirty="0"/>
              <a:t> 모델을 만들고 정확도 </a:t>
            </a:r>
            <a:r>
              <a:rPr lang="ko-KR" altLang="en-US" dirty="0" err="1"/>
              <a:t>평가후</a:t>
            </a:r>
            <a:r>
              <a:rPr lang="ko-KR" altLang="en-US" dirty="0"/>
              <a:t> </a:t>
            </a:r>
            <a:r>
              <a:rPr lang="en-US" altLang="ko-KR" dirty="0"/>
              <a:t>roc </a:t>
            </a:r>
            <a:r>
              <a:rPr lang="ko-KR" altLang="en-US" dirty="0"/>
              <a:t>곡선 만들고</a:t>
            </a:r>
            <a:endParaRPr lang="en-US" altLang="ko-KR" dirty="0"/>
          </a:p>
          <a:p>
            <a:r>
              <a:rPr lang="en-US" altLang="ko-KR" dirty="0" err="1"/>
              <a:t>Auc</a:t>
            </a:r>
            <a:r>
              <a:rPr lang="en-US" altLang="ko-KR" dirty="0"/>
              <a:t> </a:t>
            </a:r>
            <a:r>
              <a:rPr lang="ko-KR" altLang="en-US" dirty="0"/>
              <a:t>성능 평가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F5697E-9104-5333-7ABD-CBF11E74F6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630" r="10323" b="630"/>
          <a:stretch/>
        </p:blipFill>
        <p:spPr>
          <a:xfrm>
            <a:off x="610545" y="1959616"/>
            <a:ext cx="6372146" cy="3352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1E932B-EDDC-263F-19EB-FD3FD74E9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771" y="1323975"/>
            <a:ext cx="3171825" cy="42100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48F5A5-9F8C-A1DA-8E5C-11C785905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883" y="5942223"/>
            <a:ext cx="21336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1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0039366-CC4B-45CC-9139-66129D35D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5976" y="230751"/>
            <a:ext cx="2378075" cy="1111250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097" y="686681"/>
            <a:ext cx="6674802" cy="655320"/>
          </a:xfrm>
        </p:spPr>
        <p:txBody>
          <a:bodyPr rtlCol="0">
            <a:normAutofit fontScale="90000"/>
          </a:bodyPr>
          <a:lstStyle/>
          <a:p>
            <a:pPr rtl="0"/>
            <a:r>
              <a:rPr lang="ko-KR" altLang="en-US"/>
              <a:t>성능 비교 및 결론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3596C4-A462-A087-E797-5D52E8ADE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13" y="1797931"/>
            <a:ext cx="3419475" cy="33990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C00A7A-1636-E2FC-DE37-85A4A81BD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13" y="5652960"/>
            <a:ext cx="2266950" cy="314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F46235-31E0-B701-5F92-26E76C3FA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077" y="1442910"/>
            <a:ext cx="3171825" cy="4210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B4D010D-43D7-8536-AC60-8223BBC37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189" y="5967285"/>
            <a:ext cx="2133600" cy="285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ECA5AB-04E4-A301-E3E0-6E04B2530675}"/>
              </a:ext>
            </a:extLst>
          </p:cNvPr>
          <p:cNvSpPr txBox="1"/>
          <p:nvPr/>
        </p:nvSpPr>
        <p:spPr>
          <a:xfrm>
            <a:off x="8390284" y="2114038"/>
            <a:ext cx="34559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Boosting </a:t>
            </a:r>
            <a:r>
              <a:rPr lang="ko-KR" altLang="en-US" dirty="0"/>
              <a:t>모델의 경우 정확도가 </a:t>
            </a:r>
            <a:r>
              <a:rPr lang="en-US" altLang="ko-KR" dirty="0"/>
              <a:t>1</a:t>
            </a:r>
            <a:r>
              <a:rPr lang="ko-KR" altLang="en-US" dirty="0"/>
              <a:t>이 나와서 </a:t>
            </a:r>
            <a:r>
              <a:rPr lang="en-US" altLang="ko-KR" dirty="0" err="1"/>
              <a:t>auc</a:t>
            </a:r>
            <a:r>
              <a:rPr lang="ko-KR" altLang="en-US" dirty="0"/>
              <a:t>역시 </a:t>
            </a:r>
            <a:r>
              <a:rPr lang="en-US" altLang="ko-KR" dirty="0"/>
              <a:t>1</a:t>
            </a:r>
            <a:r>
              <a:rPr lang="ko-KR" altLang="en-US" dirty="0"/>
              <a:t>이 측정됨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앞서 살펴본 예시자료에서의 정확도가 </a:t>
            </a:r>
            <a:r>
              <a:rPr lang="en-US" altLang="ko-KR" dirty="0"/>
              <a:t>0.9609756</a:t>
            </a:r>
            <a:r>
              <a:rPr lang="ko-KR" altLang="en-US" dirty="0"/>
              <a:t>인 점을 생각하면</a:t>
            </a:r>
            <a:endParaRPr lang="en-US" altLang="ko-KR" dirty="0"/>
          </a:p>
          <a:p>
            <a:r>
              <a:rPr lang="en-US" altLang="ko-KR" dirty="0"/>
              <a:t>Base model</a:t>
            </a:r>
            <a:r>
              <a:rPr lang="ko-KR" altLang="en-US" dirty="0"/>
              <a:t>의 차이는 있지만 </a:t>
            </a:r>
            <a:r>
              <a:rPr lang="en-US" altLang="ko-KR" dirty="0"/>
              <a:t>boosting </a:t>
            </a:r>
            <a:r>
              <a:rPr lang="ko-KR" altLang="en-US" dirty="0"/>
              <a:t>과 </a:t>
            </a:r>
            <a:r>
              <a:rPr lang="en-US" altLang="ko-KR" dirty="0"/>
              <a:t>bagging</a:t>
            </a:r>
            <a:r>
              <a:rPr lang="ko-KR" altLang="en-US" dirty="0"/>
              <a:t>기법은 굉장히 유용함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840272_TF16411245_Win32" id="{223A1198-A7CF-4CFA-A13C-5B8A1CDD8A48}" vid="{B2DF9E43-5CF4-4E07-9C1D-4D7E86CE1FD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976319-4513-485C-AD3A-E56C39927A38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{76A7DFAD-7353-45D7-B90F-78C42E1DBAE3}tf16411245_win32</Template>
  <TotalTime>111</TotalTime>
  <Words>219</Words>
  <Application>Microsoft Office PowerPoint</Application>
  <PresentationFormat>와이드스크린</PresentationFormat>
  <Paragraphs>61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Biome Light</vt:lpstr>
      <vt:lpstr>Office 테마</vt:lpstr>
      <vt:lpstr>DS 앙상블 모델 및 성능 평가</vt:lpstr>
      <vt:lpstr>목차</vt:lpstr>
      <vt:lpstr>전처리</vt:lpstr>
      <vt:lpstr>예제 분석</vt:lpstr>
      <vt:lpstr>예제 분석</vt:lpstr>
      <vt:lpstr>Bagging 모델 만들기</vt:lpstr>
      <vt:lpstr>Bagging 모델 만들기</vt:lpstr>
      <vt:lpstr>Boosting 모델 만들기</vt:lpstr>
      <vt:lpstr>성능 비교 및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 앙상블 모델 및 성능 평가</dc:title>
  <dc:creator>류호원(***8***020)</dc:creator>
  <cp:lastModifiedBy>류호원(***8***020)</cp:lastModifiedBy>
  <cp:revision>1</cp:revision>
  <dcterms:created xsi:type="dcterms:W3CDTF">2022-05-03T06:14:26Z</dcterms:created>
  <dcterms:modified xsi:type="dcterms:W3CDTF">2022-05-03T08:05:29Z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